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</p:sldMasterIdLst>
  <p:notesMasterIdLst>
    <p:notesMasterId r:id="rId24"/>
  </p:notesMasterIdLst>
  <p:sldIdLst>
    <p:sldId id="256" r:id="rId2"/>
    <p:sldId id="337" r:id="rId3"/>
    <p:sldId id="262" r:id="rId4"/>
    <p:sldId id="331" r:id="rId5"/>
    <p:sldId id="298" r:id="rId6"/>
    <p:sldId id="299" r:id="rId7"/>
    <p:sldId id="334" r:id="rId8"/>
    <p:sldId id="295" r:id="rId9"/>
    <p:sldId id="336" r:id="rId10"/>
    <p:sldId id="325" r:id="rId11"/>
    <p:sldId id="297" r:id="rId12"/>
    <p:sldId id="327" r:id="rId13"/>
    <p:sldId id="335" r:id="rId14"/>
    <p:sldId id="339" r:id="rId15"/>
    <p:sldId id="333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67" autoAdjust="0"/>
    <p:restoredTop sz="94719"/>
  </p:normalViewPr>
  <p:slideViewPr>
    <p:cSldViewPr snapToGrid="0">
      <p:cViewPr varScale="1">
        <p:scale>
          <a:sx n="121" d="100"/>
          <a:sy n="121" d="100"/>
        </p:scale>
        <p:origin x="998" y="2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936e49af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936e49af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779bc538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779bc538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247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03149"/>
            <a:ext cx="6858000" cy="5415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accent5">
                    <a:lumMod val="75000"/>
                  </a:schemeClr>
                </a:solidFill>
              </a:defRPr>
            </a:lvl1pPr>
            <a:lvl2pPr marL="192876" indent="0" algn="ctr">
              <a:buNone/>
              <a:defRPr sz="844"/>
            </a:lvl2pPr>
            <a:lvl3pPr marL="385754" indent="0" algn="ctr">
              <a:buNone/>
              <a:defRPr sz="760"/>
            </a:lvl3pPr>
            <a:lvl4pPr marL="578630" indent="0" algn="ctr">
              <a:buNone/>
              <a:defRPr sz="675"/>
            </a:lvl4pPr>
            <a:lvl5pPr marL="771506" indent="0" algn="ctr">
              <a:buNone/>
              <a:defRPr sz="675"/>
            </a:lvl5pPr>
            <a:lvl6pPr marL="964382" indent="0" algn="ctr">
              <a:buNone/>
              <a:defRPr sz="675"/>
            </a:lvl6pPr>
            <a:lvl7pPr marL="1157259" indent="0" algn="ctr">
              <a:buNone/>
              <a:defRPr sz="675"/>
            </a:lvl7pPr>
            <a:lvl8pPr marL="1350135" indent="0" algn="ctr">
              <a:buNone/>
              <a:defRPr sz="675"/>
            </a:lvl8pPr>
            <a:lvl9pPr marL="1543012" indent="0" algn="ctr">
              <a:buNone/>
              <a:defRPr sz="67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pic>
        <p:nvPicPr>
          <p:cNvPr id="7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4817"/>
            <a:ext cx="9144000" cy="1449443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/>
            <a:tailEnd/>
          </a:ln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2853786"/>
            <a:ext cx="9144000" cy="13162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350" b="0" dirty="0">
              <a:solidFill>
                <a:schemeClr val="bg1"/>
              </a:solidFill>
              <a:latin typeface="아리따B" pitchFamily="18" charset="-127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85800" y="1444824"/>
            <a:ext cx="7772400" cy="140896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ADC9F4-26FD-4C05-ABB0-9AB300E82D91}"/>
              </a:ext>
            </a:extLst>
          </p:cNvPr>
          <p:cNvSpPr/>
          <p:nvPr/>
        </p:nvSpPr>
        <p:spPr>
          <a:xfrm>
            <a:off x="82063" y="334608"/>
            <a:ext cx="424672" cy="5764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AA3F68-5833-4F0E-91D2-C53FAD42631C}"/>
              </a:ext>
            </a:extLst>
          </p:cNvPr>
          <p:cNvSpPr/>
          <p:nvPr/>
        </p:nvSpPr>
        <p:spPr>
          <a:xfrm>
            <a:off x="6726119" y="4823631"/>
            <a:ext cx="2409092" cy="280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</p:spTree>
    <p:extLst>
      <p:ext uri="{BB962C8B-B14F-4D97-AF65-F5344CB8AC3E}">
        <p14:creationId xmlns:p14="http://schemas.microsoft.com/office/powerpoint/2010/main" val="353968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</p:spPr>
        <p:txBody>
          <a:bodyPr>
            <a:normAutofit/>
          </a:bodyPr>
          <a:lstStyle>
            <a:lvl1pPr marL="134997" indent="-134997" latinLnBrk="0">
              <a:lnSpc>
                <a:spcPct val="100000"/>
              </a:lnSpc>
              <a:defRPr lang="ko-KR" altLang="en-US" sz="1500" b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1pPr>
            <a:lvl2pPr marL="269993" indent="-134997" latinLnBrk="0">
              <a:lnSpc>
                <a:spcPct val="100000"/>
              </a:lnSpc>
              <a:defRPr lang="ko-KR" altLang="en-US" sz="1500" b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2pPr>
            <a:lvl3pPr marL="404990" indent="-134997" latinLnBrk="0">
              <a:lnSpc>
                <a:spcPct val="100000"/>
              </a:lnSpc>
              <a:defRPr lang="ko-KR" altLang="en-US" sz="1500" b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3pPr>
            <a:lvl4pPr marL="539987" indent="-134997" latinLnBrk="0">
              <a:lnSpc>
                <a:spcPct val="100000"/>
              </a:lnSpc>
              <a:defRPr lang="ko-KR" altLang="en-US" sz="1500" b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4pPr>
            <a:lvl5pPr marL="674984" indent="-134997" latinLnBrk="0">
              <a:lnSpc>
                <a:spcPct val="100000"/>
              </a:lnSpc>
              <a:defRPr lang="en-US" sz="1500" b="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텍스트 개체 틀 11">
            <a:extLst>
              <a:ext uri="{FF2B5EF4-FFF2-40B4-BE49-F238E27FC236}">
                <a16:creationId xmlns:a16="http://schemas.microsoft.com/office/drawing/2014/main" id="{20C614DA-1C84-416A-A7EE-B4281095B7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1933" y="6"/>
            <a:ext cx="3526395" cy="2976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B45428FB-B5BF-47F2-93FD-65805BD7E0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1" y="6"/>
            <a:ext cx="3526395" cy="29765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EE443-8923-4FB4-BD86-E6F732A68F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4173C0E-F532-4023-BB3E-FAD1777C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653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93B30-CE29-4390-B868-DCC9335C3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E521B1-CCD2-427F-BB75-DDAFFC434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0C442-0D42-4E0F-AC87-F5278596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01387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2_제목 및 내용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  <a:defRPr>
                <a:solidFill>
                  <a:srgbClr val="D8D8D8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48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875" y="760814"/>
            <a:ext cx="8013479" cy="393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B8C463D8-3BFC-47C0-809B-9EB8BE59401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" y="4777228"/>
            <a:ext cx="9146381" cy="27000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85000"/>
                </a:schemeClr>
              </a:gs>
              <a:gs pos="0">
                <a:srgbClr val="D2AB4A"/>
              </a:gs>
              <a:gs pos="100000">
                <a:srgbClr val="15389F"/>
              </a:gs>
            </a:gsLst>
            <a:lin ang="0" scaled="1"/>
            <a:tileRect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760"/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2" name="자유형: 도형 24">
            <a:extLst>
              <a:ext uri="{FF2B5EF4-FFF2-40B4-BE49-F238E27FC236}">
                <a16:creationId xmlns:a16="http://schemas.microsoft.com/office/drawing/2014/main" id="{6893DF94-A370-4FC8-B4CF-CBFC9AAF1ABE}"/>
              </a:ext>
            </a:extLst>
          </p:cNvPr>
          <p:cNvSpPr/>
          <p:nvPr/>
        </p:nvSpPr>
        <p:spPr bwMode="auto">
          <a:xfrm>
            <a:off x="0" y="4"/>
            <a:ext cx="8460432" cy="306167"/>
          </a:xfrm>
          <a:custGeom>
            <a:avLst/>
            <a:gdLst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6" fmla="*/ 0 w 7703389"/>
              <a:gd name="connsiteY6" fmla="*/ 138023 h 560717"/>
              <a:gd name="connsiteX0" fmla="*/ 0 w 7703389"/>
              <a:gd name="connsiteY0" fmla="*/ 69011 h 491705"/>
              <a:gd name="connsiteX1" fmla="*/ 34506 w 7703389"/>
              <a:gd name="connsiteY1" fmla="*/ 457200 h 491705"/>
              <a:gd name="connsiteX2" fmla="*/ 7237563 w 7703389"/>
              <a:gd name="connsiteY2" fmla="*/ 491705 h 491705"/>
              <a:gd name="connsiteX3" fmla="*/ 7703389 w 7703389"/>
              <a:gd name="connsiteY3" fmla="*/ 60385 h 491705"/>
              <a:gd name="connsiteX4" fmla="*/ 1647646 w 7703389"/>
              <a:gd name="connsiteY4" fmla="*/ 0 h 491705"/>
              <a:gd name="connsiteX5" fmla="*/ 0 w 7703389"/>
              <a:gd name="connsiteY5" fmla="*/ 69011 h 491705"/>
              <a:gd name="connsiteX0" fmla="*/ 0 w 7703389"/>
              <a:gd name="connsiteY0" fmla="*/ 8626 h 431320"/>
              <a:gd name="connsiteX1" fmla="*/ 34506 w 7703389"/>
              <a:gd name="connsiteY1" fmla="*/ 396815 h 431320"/>
              <a:gd name="connsiteX2" fmla="*/ 7237563 w 7703389"/>
              <a:gd name="connsiteY2" fmla="*/ 431320 h 431320"/>
              <a:gd name="connsiteX3" fmla="*/ 7703389 w 7703389"/>
              <a:gd name="connsiteY3" fmla="*/ 0 h 431320"/>
              <a:gd name="connsiteX4" fmla="*/ 0 w 7703389"/>
              <a:gd name="connsiteY4" fmla="*/ 8626 h 431320"/>
              <a:gd name="connsiteX0" fmla="*/ 0 w 7743495"/>
              <a:gd name="connsiteY0" fmla="*/ 0 h 476576"/>
              <a:gd name="connsiteX1" fmla="*/ 74612 w 7743495"/>
              <a:gd name="connsiteY1" fmla="*/ 442071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43495"/>
              <a:gd name="connsiteY0" fmla="*/ 0 h 476576"/>
              <a:gd name="connsiteX1" fmla="*/ 8554 w 7743495"/>
              <a:gd name="connsiteY1" fmla="*/ 402245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402245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399903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6417"/>
              <a:gd name="connsiteY0" fmla="*/ 0 h 474233"/>
              <a:gd name="connsiteX1" fmla="*/ 1476 w 7736417"/>
              <a:gd name="connsiteY1" fmla="*/ 397560 h 474233"/>
              <a:gd name="connsiteX2" fmla="*/ 7270591 w 7736417"/>
              <a:gd name="connsiteY2" fmla="*/ 474233 h 474233"/>
              <a:gd name="connsiteX3" fmla="*/ 7736417 w 7736417"/>
              <a:gd name="connsiteY3" fmla="*/ 42913 h 474233"/>
              <a:gd name="connsiteX4" fmla="*/ 0 w 7736417"/>
              <a:gd name="connsiteY4" fmla="*/ 0 h 474233"/>
              <a:gd name="connsiteX0" fmla="*/ 0 w 7736417"/>
              <a:gd name="connsiteY0" fmla="*/ 0 h 476575"/>
              <a:gd name="connsiteX1" fmla="*/ 1476 w 7736417"/>
              <a:gd name="connsiteY1" fmla="*/ 399902 h 476575"/>
              <a:gd name="connsiteX2" fmla="*/ 7270591 w 7736417"/>
              <a:gd name="connsiteY2" fmla="*/ 476575 h 476575"/>
              <a:gd name="connsiteX3" fmla="*/ 7736417 w 7736417"/>
              <a:gd name="connsiteY3" fmla="*/ 45255 h 476575"/>
              <a:gd name="connsiteX4" fmla="*/ 0 w 7736417"/>
              <a:gd name="connsiteY4" fmla="*/ 0 h 476575"/>
              <a:gd name="connsiteX0" fmla="*/ 0 w 7429721"/>
              <a:gd name="connsiteY0" fmla="*/ 0 h 476575"/>
              <a:gd name="connsiteX1" fmla="*/ 1476 w 7429721"/>
              <a:gd name="connsiteY1" fmla="*/ 399902 h 476575"/>
              <a:gd name="connsiteX2" fmla="*/ 7270591 w 7429721"/>
              <a:gd name="connsiteY2" fmla="*/ 476575 h 476575"/>
              <a:gd name="connsiteX3" fmla="*/ 7429721 w 7429721"/>
              <a:gd name="connsiteY3" fmla="*/ 3087 h 476575"/>
              <a:gd name="connsiteX4" fmla="*/ 0 w 7429721"/>
              <a:gd name="connsiteY4" fmla="*/ 0 h 476575"/>
              <a:gd name="connsiteX0" fmla="*/ 0 w 7429721"/>
              <a:gd name="connsiteY0" fmla="*/ 0 h 401609"/>
              <a:gd name="connsiteX1" fmla="*/ 1476 w 7429721"/>
              <a:gd name="connsiteY1" fmla="*/ 399902 h 401609"/>
              <a:gd name="connsiteX2" fmla="*/ 7143194 w 7429721"/>
              <a:gd name="connsiteY2" fmla="*/ 401609 h 401609"/>
              <a:gd name="connsiteX3" fmla="*/ 7429721 w 7429721"/>
              <a:gd name="connsiteY3" fmla="*/ 3087 h 401609"/>
              <a:gd name="connsiteX4" fmla="*/ 0 w 7429721"/>
              <a:gd name="connsiteY4" fmla="*/ 0 h 401609"/>
              <a:gd name="connsiteX0" fmla="*/ 0 w 7425003"/>
              <a:gd name="connsiteY0" fmla="*/ 0 h 401609"/>
              <a:gd name="connsiteX1" fmla="*/ 1476 w 7425003"/>
              <a:gd name="connsiteY1" fmla="*/ 399902 h 401609"/>
              <a:gd name="connsiteX2" fmla="*/ 7143194 w 7425003"/>
              <a:gd name="connsiteY2" fmla="*/ 401609 h 401609"/>
              <a:gd name="connsiteX3" fmla="*/ 7425003 w 7425003"/>
              <a:gd name="connsiteY3" fmla="*/ 745 h 401609"/>
              <a:gd name="connsiteX4" fmla="*/ 0 w 7425003"/>
              <a:gd name="connsiteY4" fmla="*/ 0 h 4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5003" h="401609">
                <a:moveTo>
                  <a:pt x="0" y="0"/>
                </a:moveTo>
                <a:cubicBezTo>
                  <a:pt x="1279" y="134082"/>
                  <a:pt x="197" y="265820"/>
                  <a:pt x="1476" y="399902"/>
                </a:cubicBezTo>
                <a:lnTo>
                  <a:pt x="7143194" y="401609"/>
                </a:lnTo>
                <a:lnTo>
                  <a:pt x="7425003" y="745"/>
                </a:lnTo>
                <a:lnTo>
                  <a:pt x="0" y="0"/>
                </a:lnTo>
                <a:close/>
              </a:path>
            </a:pathLst>
          </a:custGeom>
          <a:solidFill>
            <a:srgbClr val="1942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8576" tIns="19289" rIns="38576" bIns="1928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857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6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23" name="자유형: 도형 25">
            <a:extLst>
              <a:ext uri="{FF2B5EF4-FFF2-40B4-BE49-F238E27FC236}">
                <a16:creationId xmlns:a16="http://schemas.microsoft.com/office/drawing/2014/main" id="{3271F55D-B336-4AC1-A57A-AC2DA6362D17}"/>
              </a:ext>
            </a:extLst>
          </p:cNvPr>
          <p:cNvSpPr/>
          <p:nvPr/>
        </p:nvSpPr>
        <p:spPr bwMode="auto">
          <a:xfrm flipH="1" flipV="1">
            <a:off x="8316417" y="-38"/>
            <a:ext cx="827584" cy="306167"/>
          </a:xfrm>
          <a:custGeom>
            <a:avLst/>
            <a:gdLst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6" fmla="*/ 0 w 7703389"/>
              <a:gd name="connsiteY6" fmla="*/ 138023 h 560717"/>
              <a:gd name="connsiteX0" fmla="*/ 0 w 7703389"/>
              <a:gd name="connsiteY0" fmla="*/ 69011 h 491705"/>
              <a:gd name="connsiteX1" fmla="*/ 34506 w 7703389"/>
              <a:gd name="connsiteY1" fmla="*/ 457200 h 491705"/>
              <a:gd name="connsiteX2" fmla="*/ 7237563 w 7703389"/>
              <a:gd name="connsiteY2" fmla="*/ 491705 h 491705"/>
              <a:gd name="connsiteX3" fmla="*/ 7703389 w 7703389"/>
              <a:gd name="connsiteY3" fmla="*/ 60385 h 491705"/>
              <a:gd name="connsiteX4" fmla="*/ 1647646 w 7703389"/>
              <a:gd name="connsiteY4" fmla="*/ 0 h 491705"/>
              <a:gd name="connsiteX5" fmla="*/ 0 w 7703389"/>
              <a:gd name="connsiteY5" fmla="*/ 69011 h 491705"/>
              <a:gd name="connsiteX0" fmla="*/ 0 w 7703389"/>
              <a:gd name="connsiteY0" fmla="*/ 8626 h 431320"/>
              <a:gd name="connsiteX1" fmla="*/ 34506 w 7703389"/>
              <a:gd name="connsiteY1" fmla="*/ 396815 h 431320"/>
              <a:gd name="connsiteX2" fmla="*/ 7237563 w 7703389"/>
              <a:gd name="connsiteY2" fmla="*/ 431320 h 431320"/>
              <a:gd name="connsiteX3" fmla="*/ 7703389 w 7703389"/>
              <a:gd name="connsiteY3" fmla="*/ 0 h 431320"/>
              <a:gd name="connsiteX4" fmla="*/ 0 w 7703389"/>
              <a:gd name="connsiteY4" fmla="*/ 8626 h 431320"/>
              <a:gd name="connsiteX0" fmla="*/ 0 w 7743495"/>
              <a:gd name="connsiteY0" fmla="*/ 0 h 476576"/>
              <a:gd name="connsiteX1" fmla="*/ 74612 w 7743495"/>
              <a:gd name="connsiteY1" fmla="*/ 442071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43495"/>
              <a:gd name="connsiteY0" fmla="*/ 0 h 476576"/>
              <a:gd name="connsiteX1" fmla="*/ 8554 w 7743495"/>
              <a:gd name="connsiteY1" fmla="*/ 402245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402245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399903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6417"/>
              <a:gd name="connsiteY0" fmla="*/ 0 h 474233"/>
              <a:gd name="connsiteX1" fmla="*/ 1476 w 7736417"/>
              <a:gd name="connsiteY1" fmla="*/ 397560 h 474233"/>
              <a:gd name="connsiteX2" fmla="*/ 7270591 w 7736417"/>
              <a:gd name="connsiteY2" fmla="*/ 474233 h 474233"/>
              <a:gd name="connsiteX3" fmla="*/ 7736417 w 7736417"/>
              <a:gd name="connsiteY3" fmla="*/ 42913 h 474233"/>
              <a:gd name="connsiteX4" fmla="*/ 0 w 7736417"/>
              <a:gd name="connsiteY4" fmla="*/ 0 h 474233"/>
              <a:gd name="connsiteX0" fmla="*/ 0 w 7736417"/>
              <a:gd name="connsiteY0" fmla="*/ 0 h 476575"/>
              <a:gd name="connsiteX1" fmla="*/ 1476 w 7736417"/>
              <a:gd name="connsiteY1" fmla="*/ 399902 h 476575"/>
              <a:gd name="connsiteX2" fmla="*/ 7270591 w 7736417"/>
              <a:gd name="connsiteY2" fmla="*/ 476575 h 476575"/>
              <a:gd name="connsiteX3" fmla="*/ 7736417 w 7736417"/>
              <a:gd name="connsiteY3" fmla="*/ 45255 h 476575"/>
              <a:gd name="connsiteX4" fmla="*/ 0 w 7736417"/>
              <a:gd name="connsiteY4" fmla="*/ 0 h 476575"/>
              <a:gd name="connsiteX0" fmla="*/ 0 w 7429721"/>
              <a:gd name="connsiteY0" fmla="*/ 0 h 476575"/>
              <a:gd name="connsiteX1" fmla="*/ 1476 w 7429721"/>
              <a:gd name="connsiteY1" fmla="*/ 399902 h 476575"/>
              <a:gd name="connsiteX2" fmla="*/ 7270591 w 7429721"/>
              <a:gd name="connsiteY2" fmla="*/ 476575 h 476575"/>
              <a:gd name="connsiteX3" fmla="*/ 7429721 w 7429721"/>
              <a:gd name="connsiteY3" fmla="*/ 3087 h 476575"/>
              <a:gd name="connsiteX4" fmla="*/ 0 w 7429721"/>
              <a:gd name="connsiteY4" fmla="*/ 0 h 476575"/>
              <a:gd name="connsiteX0" fmla="*/ 0 w 7429721"/>
              <a:gd name="connsiteY0" fmla="*/ 0 h 401609"/>
              <a:gd name="connsiteX1" fmla="*/ 1476 w 7429721"/>
              <a:gd name="connsiteY1" fmla="*/ 399902 h 401609"/>
              <a:gd name="connsiteX2" fmla="*/ 7143194 w 7429721"/>
              <a:gd name="connsiteY2" fmla="*/ 401609 h 401609"/>
              <a:gd name="connsiteX3" fmla="*/ 7429721 w 7429721"/>
              <a:gd name="connsiteY3" fmla="*/ 3087 h 401609"/>
              <a:gd name="connsiteX4" fmla="*/ 0 w 7429721"/>
              <a:gd name="connsiteY4" fmla="*/ 0 h 401609"/>
              <a:gd name="connsiteX0" fmla="*/ 0 w 7425003"/>
              <a:gd name="connsiteY0" fmla="*/ 0 h 401609"/>
              <a:gd name="connsiteX1" fmla="*/ 1476 w 7425003"/>
              <a:gd name="connsiteY1" fmla="*/ 399902 h 401609"/>
              <a:gd name="connsiteX2" fmla="*/ 7143194 w 7425003"/>
              <a:gd name="connsiteY2" fmla="*/ 401609 h 401609"/>
              <a:gd name="connsiteX3" fmla="*/ 7425003 w 7425003"/>
              <a:gd name="connsiteY3" fmla="*/ 745 h 401609"/>
              <a:gd name="connsiteX4" fmla="*/ 0 w 7425003"/>
              <a:gd name="connsiteY4" fmla="*/ 0 h 401609"/>
              <a:gd name="connsiteX0" fmla="*/ 0 w 8867214"/>
              <a:gd name="connsiteY0" fmla="*/ 0 h 401609"/>
              <a:gd name="connsiteX1" fmla="*/ 1476 w 8867214"/>
              <a:gd name="connsiteY1" fmla="*/ 399902 h 401609"/>
              <a:gd name="connsiteX2" fmla="*/ 7143194 w 8867214"/>
              <a:gd name="connsiteY2" fmla="*/ 401609 h 401609"/>
              <a:gd name="connsiteX3" fmla="*/ 8867214 w 8867214"/>
              <a:gd name="connsiteY3" fmla="*/ 745 h 401609"/>
              <a:gd name="connsiteX4" fmla="*/ 0 w 8867214"/>
              <a:gd name="connsiteY4" fmla="*/ 0 h 4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7214" h="401609">
                <a:moveTo>
                  <a:pt x="0" y="0"/>
                </a:moveTo>
                <a:cubicBezTo>
                  <a:pt x="1279" y="134082"/>
                  <a:pt x="197" y="265820"/>
                  <a:pt x="1476" y="399902"/>
                </a:cubicBezTo>
                <a:lnTo>
                  <a:pt x="7143194" y="401609"/>
                </a:lnTo>
                <a:lnTo>
                  <a:pt x="8867214" y="745"/>
                </a:lnTo>
                <a:lnTo>
                  <a:pt x="0" y="0"/>
                </a:lnTo>
                <a:close/>
              </a:path>
            </a:pathLst>
          </a:custGeom>
          <a:solidFill>
            <a:srgbClr val="BA861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8576" tIns="19289" rIns="38576" bIns="1928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857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6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grpSp>
        <p:nvGrpSpPr>
          <p:cNvPr id="24" name="그룹 3">
            <a:extLst>
              <a:ext uri="{FF2B5EF4-FFF2-40B4-BE49-F238E27FC236}">
                <a16:creationId xmlns:a16="http://schemas.microsoft.com/office/drawing/2014/main" id="{3357F238-0D6F-42D2-8DEE-89E5397D9C30}"/>
              </a:ext>
            </a:extLst>
          </p:cNvPr>
          <p:cNvGrpSpPr>
            <a:grpSpLocks noChangeAspect="1"/>
          </p:cNvGrpSpPr>
          <p:nvPr/>
        </p:nvGrpSpPr>
        <p:grpSpPr>
          <a:xfrm>
            <a:off x="201801" y="366277"/>
            <a:ext cx="101227" cy="394538"/>
            <a:chOff x="179512" y="5792691"/>
            <a:chExt cx="72008" cy="409739"/>
          </a:xfrm>
        </p:grpSpPr>
        <p:sp>
          <p:nvSpPr>
            <p:cNvPr id="25" name="직사각형 2">
              <a:extLst>
                <a:ext uri="{FF2B5EF4-FFF2-40B4-BE49-F238E27FC236}">
                  <a16:creationId xmlns:a16="http://schemas.microsoft.com/office/drawing/2014/main" id="{27E6CC98-F658-47AA-BFE8-90EDF01CAC47}"/>
                </a:ext>
              </a:extLst>
            </p:cNvPr>
            <p:cNvSpPr/>
            <p:nvPr/>
          </p:nvSpPr>
          <p:spPr bwMode="auto">
            <a:xfrm>
              <a:off x="179512" y="5914390"/>
              <a:ext cx="72008" cy="28804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38575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76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굴림" pitchFamily="50" charset="-127"/>
              </a:endParaRPr>
            </a:p>
          </p:txBody>
        </p:sp>
        <p:sp>
          <p:nvSpPr>
            <p:cNvPr id="26" name="직사각형 19">
              <a:extLst>
                <a:ext uri="{FF2B5EF4-FFF2-40B4-BE49-F238E27FC236}">
                  <a16:creationId xmlns:a16="http://schemas.microsoft.com/office/drawing/2014/main" id="{BB35D0A3-BDB1-4D47-B563-F890FD7CEAD2}"/>
                </a:ext>
              </a:extLst>
            </p:cNvPr>
            <p:cNvSpPr/>
            <p:nvPr/>
          </p:nvSpPr>
          <p:spPr bwMode="auto">
            <a:xfrm>
              <a:off x="179512" y="5792691"/>
              <a:ext cx="72008" cy="126491"/>
            </a:xfrm>
            <a:prstGeom prst="rect">
              <a:avLst/>
            </a:prstGeom>
            <a:solidFill>
              <a:srgbClr val="BA861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38575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76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굴림" pitchFamily="50" charset="-127"/>
              </a:endParaRPr>
            </a:p>
          </p:txBody>
        </p:sp>
      </p:grpSp>
      <p:sp>
        <p:nvSpPr>
          <p:cNvPr id="13" name="자유형: 도형 25">
            <a:extLst>
              <a:ext uri="{FF2B5EF4-FFF2-40B4-BE49-F238E27FC236}">
                <a16:creationId xmlns:a16="http://schemas.microsoft.com/office/drawing/2014/main" id="{B22F8CFE-DEFB-4EE3-80CE-F6D96AEA3F14}"/>
              </a:ext>
            </a:extLst>
          </p:cNvPr>
          <p:cNvSpPr/>
          <p:nvPr/>
        </p:nvSpPr>
        <p:spPr bwMode="auto">
          <a:xfrm flipH="1" flipV="1">
            <a:off x="8316417" y="-38"/>
            <a:ext cx="827584" cy="306167"/>
          </a:xfrm>
          <a:custGeom>
            <a:avLst/>
            <a:gdLst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6" fmla="*/ 0 w 7703389"/>
              <a:gd name="connsiteY6" fmla="*/ 138023 h 560717"/>
              <a:gd name="connsiteX0" fmla="*/ 0 w 7703389"/>
              <a:gd name="connsiteY0" fmla="*/ 69011 h 491705"/>
              <a:gd name="connsiteX1" fmla="*/ 34506 w 7703389"/>
              <a:gd name="connsiteY1" fmla="*/ 457200 h 491705"/>
              <a:gd name="connsiteX2" fmla="*/ 7237563 w 7703389"/>
              <a:gd name="connsiteY2" fmla="*/ 491705 h 491705"/>
              <a:gd name="connsiteX3" fmla="*/ 7703389 w 7703389"/>
              <a:gd name="connsiteY3" fmla="*/ 60385 h 491705"/>
              <a:gd name="connsiteX4" fmla="*/ 1647646 w 7703389"/>
              <a:gd name="connsiteY4" fmla="*/ 0 h 491705"/>
              <a:gd name="connsiteX5" fmla="*/ 0 w 7703389"/>
              <a:gd name="connsiteY5" fmla="*/ 69011 h 491705"/>
              <a:gd name="connsiteX0" fmla="*/ 0 w 7703389"/>
              <a:gd name="connsiteY0" fmla="*/ 8626 h 431320"/>
              <a:gd name="connsiteX1" fmla="*/ 34506 w 7703389"/>
              <a:gd name="connsiteY1" fmla="*/ 396815 h 431320"/>
              <a:gd name="connsiteX2" fmla="*/ 7237563 w 7703389"/>
              <a:gd name="connsiteY2" fmla="*/ 431320 h 431320"/>
              <a:gd name="connsiteX3" fmla="*/ 7703389 w 7703389"/>
              <a:gd name="connsiteY3" fmla="*/ 0 h 431320"/>
              <a:gd name="connsiteX4" fmla="*/ 0 w 7703389"/>
              <a:gd name="connsiteY4" fmla="*/ 8626 h 431320"/>
              <a:gd name="connsiteX0" fmla="*/ 0 w 7743495"/>
              <a:gd name="connsiteY0" fmla="*/ 0 h 476576"/>
              <a:gd name="connsiteX1" fmla="*/ 74612 w 7743495"/>
              <a:gd name="connsiteY1" fmla="*/ 442071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43495"/>
              <a:gd name="connsiteY0" fmla="*/ 0 h 476576"/>
              <a:gd name="connsiteX1" fmla="*/ 8554 w 7743495"/>
              <a:gd name="connsiteY1" fmla="*/ 402245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402245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399903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6417"/>
              <a:gd name="connsiteY0" fmla="*/ 0 h 474233"/>
              <a:gd name="connsiteX1" fmla="*/ 1476 w 7736417"/>
              <a:gd name="connsiteY1" fmla="*/ 397560 h 474233"/>
              <a:gd name="connsiteX2" fmla="*/ 7270591 w 7736417"/>
              <a:gd name="connsiteY2" fmla="*/ 474233 h 474233"/>
              <a:gd name="connsiteX3" fmla="*/ 7736417 w 7736417"/>
              <a:gd name="connsiteY3" fmla="*/ 42913 h 474233"/>
              <a:gd name="connsiteX4" fmla="*/ 0 w 7736417"/>
              <a:gd name="connsiteY4" fmla="*/ 0 h 474233"/>
              <a:gd name="connsiteX0" fmla="*/ 0 w 7736417"/>
              <a:gd name="connsiteY0" fmla="*/ 0 h 476575"/>
              <a:gd name="connsiteX1" fmla="*/ 1476 w 7736417"/>
              <a:gd name="connsiteY1" fmla="*/ 399902 h 476575"/>
              <a:gd name="connsiteX2" fmla="*/ 7270591 w 7736417"/>
              <a:gd name="connsiteY2" fmla="*/ 476575 h 476575"/>
              <a:gd name="connsiteX3" fmla="*/ 7736417 w 7736417"/>
              <a:gd name="connsiteY3" fmla="*/ 45255 h 476575"/>
              <a:gd name="connsiteX4" fmla="*/ 0 w 7736417"/>
              <a:gd name="connsiteY4" fmla="*/ 0 h 476575"/>
              <a:gd name="connsiteX0" fmla="*/ 0 w 7429721"/>
              <a:gd name="connsiteY0" fmla="*/ 0 h 476575"/>
              <a:gd name="connsiteX1" fmla="*/ 1476 w 7429721"/>
              <a:gd name="connsiteY1" fmla="*/ 399902 h 476575"/>
              <a:gd name="connsiteX2" fmla="*/ 7270591 w 7429721"/>
              <a:gd name="connsiteY2" fmla="*/ 476575 h 476575"/>
              <a:gd name="connsiteX3" fmla="*/ 7429721 w 7429721"/>
              <a:gd name="connsiteY3" fmla="*/ 3087 h 476575"/>
              <a:gd name="connsiteX4" fmla="*/ 0 w 7429721"/>
              <a:gd name="connsiteY4" fmla="*/ 0 h 476575"/>
              <a:gd name="connsiteX0" fmla="*/ 0 w 7429721"/>
              <a:gd name="connsiteY0" fmla="*/ 0 h 401609"/>
              <a:gd name="connsiteX1" fmla="*/ 1476 w 7429721"/>
              <a:gd name="connsiteY1" fmla="*/ 399902 h 401609"/>
              <a:gd name="connsiteX2" fmla="*/ 7143194 w 7429721"/>
              <a:gd name="connsiteY2" fmla="*/ 401609 h 401609"/>
              <a:gd name="connsiteX3" fmla="*/ 7429721 w 7429721"/>
              <a:gd name="connsiteY3" fmla="*/ 3087 h 401609"/>
              <a:gd name="connsiteX4" fmla="*/ 0 w 7429721"/>
              <a:gd name="connsiteY4" fmla="*/ 0 h 401609"/>
              <a:gd name="connsiteX0" fmla="*/ 0 w 7425003"/>
              <a:gd name="connsiteY0" fmla="*/ 0 h 401609"/>
              <a:gd name="connsiteX1" fmla="*/ 1476 w 7425003"/>
              <a:gd name="connsiteY1" fmla="*/ 399902 h 401609"/>
              <a:gd name="connsiteX2" fmla="*/ 7143194 w 7425003"/>
              <a:gd name="connsiteY2" fmla="*/ 401609 h 401609"/>
              <a:gd name="connsiteX3" fmla="*/ 7425003 w 7425003"/>
              <a:gd name="connsiteY3" fmla="*/ 745 h 401609"/>
              <a:gd name="connsiteX4" fmla="*/ 0 w 7425003"/>
              <a:gd name="connsiteY4" fmla="*/ 0 h 401609"/>
              <a:gd name="connsiteX0" fmla="*/ 0 w 8867214"/>
              <a:gd name="connsiteY0" fmla="*/ 0 h 401609"/>
              <a:gd name="connsiteX1" fmla="*/ 1476 w 8867214"/>
              <a:gd name="connsiteY1" fmla="*/ 399902 h 401609"/>
              <a:gd name="connsiteX2" fmla="*/ 7143194 w 8867214"/>
              <a:gd name="connsiteY2" fmla="*/ 401609 h 401609"/>
              <a:gd name="connsiteX3" fmla="*/ 8867214 w 8867214"/>
              <a:gd name="connsiteY3" fmla="*/ 745 h 401609"/>
              <a:gd name="connsiteX4" fmla="*/ 0 w 8867214"/>
              <a:gd name="connsiteY4" fmla="*/ 0 h 4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7214" h="401609">
                <a:moveTo>
                  <a:pt x="0" y="0"/>
                </a:moveTo>
                <a:cubicBezTo>
                  <a:pt x="1279" y="134082"/>
                  <a:pt x="197" y="265820"/>
                  <a:pt x="1476" y="399902"/>
                </a:cubicBezTo>
                <a:lnTo>
                  <a:pt x="7143194" y="401609"/>
                </a:lnTo>
                <a:lnTo>
                  <a:pt x="8867214" y="745"/>
                </a:lnTo>
                <a:lnTo>
                  <a:pt x="0" y="0"/>
                </a:lnTo>
                <a:close/>
              </a:path>
            </a:pathLst>
          </a:custGeom>
          <a:solidFill>
            <a:srgbClr val="BA861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8576" tIns="19289" rIns="38576" bIns="1928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857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6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14" name="자유형: 도형 25">
            <a:extLst>
              <a:ext uri="{FF2B5EF4-FFF2-40B4-BE49-F238E27FC236}">
                <a16:creationId xmlns:a16="http://schemas.microsoft.com/office/drawing/2014/main" id="{4E9E9F95-8AE7-47F9-9832-DE2D92FF3933}"/>
              </a:ext>
            </a:extLst>
          </p:cNvPr>
          <p:cNvSpPr/>
          <p:nvPr/>
        </p:nvSpPr>
        <p:spPr bwMode="auto">
          <a:xfrm flipH="1" flipV="1">
            <a:off x="8316417" y="-38"/>
            <a:ext cx="827584" cy="306167"/>
          </a:xfrm>
          <a:custGeom>
            <a:avLst/>
            <a:gdLst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6" fmla="*/ 0 w 7703389"/>
              <a:gd name="connsiteY6" fmla="*/ 138023 h 560717"/>
              <a:gd name="connsiteX0" fmla="*/ 0 w 7703389"/>
              <a:gd name="connsiteY0" fmla="*/ 69011 h 491705"/>
              <a:gd name="connsiteX1" fmla="*/ 34506 w 7703389"/>
              <a:gd name="connsiteY1" fmla="*/ 457200 h 491705"/>
              <a:gd name="connsiteX2" fmla="*/ 7237563 w 7703389"/>
              <a:gd name="connsiteY2" fmla="*/ 491705 h 491705"/>
              <a:gd name="connsiteX3" fmla="*/ 7703389 w 7703389"/>
              <a:gd name="connsiteY3" fmla="*/ 60385 h 491705"/>
              <a:gd name="connsiteX4" fmla="*/ 1647646 w 7703389"/>
              <a:gd name="connsiteY4" fmla="*/ 0 h 491705"/>
              <a:gd name="connsiteX5" fmla="*/ 0 w 7703389"/>
              <a:gd name="connsiteY5" fmla="*/ 69011 h 491705"/>
              <a:gd name="connsiteX0" fmla="*/ 0 w 7703389"/>
              <a:gd name="connsiteY0" fmla="*/ 8626 h 431320"/>
              <a:gd name="connsiteX1" fmla="*/ 34506 w 7703389"/>
              <a:gd name="connsiteY1" fmla="*/ 396815 h 431320"/>
              <a:gd name="connsiteX2" fmla="*/ 7237563 w 7703389"/>
              <a:gd name="connsiteY2" fmla="*/ 431320 h 431320"/>
              <a:gd name="connsiteX3" fmla="*/ 7703389 w 7703389"/>
              <a:gd name="connsiteY3" fmla="*/ 0 h 431320"/>
              <a:gd name="connsiteX4" fmla="*/ 0 w 7703389"/>
              <a:gd name="connsiteY4" fmla="*/ 8626 h 431320"/>
              <a:gd name="connsiteX0" fmla="*/ 0 w 7743495"/>
              <a:gd name="connsiteY0" fmla="*/ 0 h 476576"/>
              <a:gd name="connsiteX1" fmla="*/ 74612 w 7743495"/>
              <a:gd name="connsiteY1" fmla="*/ 442071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43495"/>
              <a:gd name="connsiteY0" fmla="*/ 0 h 476576"/>
              <a:gd name="connsiteX1" fmla="*/ 8554 w 7743495"/>
              <a:gd name="connsiteY1" fmla="*/ 402245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402245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399903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6417"/>
              <a:gd name="connsiteY0" fmla="*/ 0 h 474233"/>
              <a:gd name="connsiteX1" fmla="*/ 1476 w 7736417"/>
              <a:gd name="connsiteY1" fmla="*/ 397560 h 474233"/>
              <a:gd name="connsiteX2" fmla="*/ 7270591 w 7736417"/>
              <a:gd name="connsiteY2" fmla="*/ 474233 h 474233"/>
              <a:gd name="connsiteX3" fmla="*/ 7736417 w 7736417"/>
              <a:gd name="connsiteY3" fmla="*/ 42913 h 474233"/>
              <a:gd name="connsiteX4" fmla="*/ 0 w 7736417"/>
              <a:gd name="connsiteY4" fmla="*/ 0 h 474233"/>
              <a:gd name="connsiteX0" fmla="*/ 0 w 7736417"/>
              <a:gd name="connsiteY0" fmla="*/ 0 h 476575"/>
              <a:gd name="connsiteX1" fmla="*/ 1476 w 7736417"/>
              <a:gd name="connsiteY1" fmla="*/ 399902 h 476575"/>
              <a:gd name="connsiteX2" fmla="*/ 7270591 w 7736417"/>
              <a:gd name="connsiteY2" fmla="*/ 476575 h 476575"/>
              <a:gd name="connsiteX3" fmla="*/ 7736417 w 7736417"/>
              <a:gd name="connsiteY3" fmla="*/ 45255 h 476575"/>
              <a:gd name="connsiteX4" fmla="*/ 0 w 7736417"/>
              <a:gd name="connsiteY4" fmla="*/ 0 h 476575"/>
              <a:gd name="connsiteX0" fmla="*/ 0 w 7429721"/>
              <a:gd name="connsiteY0" fmla="*/ 0 h 476575"/>
              <a:gd name="connsiteX1" fmla="*/ 1476 w 7429721"/>
              <a:gd name="connsiteY1" fmla="*/ 399902 h 476575"/>
              <a:gd name="connsiteX2" fmla="*/ 7270591 w 7429721"/>
              <a:gd name="connsiteY2" fmla="*/ 476575 h 476575"/>
              <a:gd name="connsiteX3" fmla="*/ 7429721 w 7429721"/>
              <a:gd name="connsiteY3" fmla="*/ 3087 h 476575"/>
              <a:gd name="connsiteX4" fmla="*/ 0 w 7429721"/>
              <a:gd name="connsiteY4" fmla="*/ 0 h 476575"/>
              <a:gd name="connsiteX0" fmla="*/ 0 w 7429721"/>
              <a:gd name="connsiteY0" fmla="*/ 0 h 401609"/>
              <a:gd name="connsiteX1" fmla="*/ 1476 w 7429721"/>
              <a:gd name="connsiteY1" fmla="*/ 399902 h 401609"/>
              <a:gd name="connsiteX2" fmla="*/ 7143194 w 7429721"/>
              <a:gd name="connsiteY2" fmla="*/ 401609 h 401609"/>
              <a:gd name="connsiteX3" fmla="*/ 7429721 w 7429721"/>
              <a:gd name="connsiteY3" fmla="*/ 3087 h 401609"/>
              <a:gd name="connsiteX4" fmla="*/ 0 w 7429721"/>
              <a:gd name="connsiteY4" fmla="*/ 0 h 401609"/>
              <a:gd name="connsiteX0" fmla="*/ 0 w 7425003"/>
              <a:gd name="connsiteY0" fmla="*/ 0 h 401609"/>
              <a:gd name="connsiteX1" fmla="*/ 1476 w 7425003"/>
              <a:gd name="connsiteY1" fmla="*/ 399902 h 401609"/>
              <a:gd name="connsiteX2" fmla="*/ 7143194 w 7425003"/>
              <a:gd name="connsiteY2" fmla="*/ 401609 h 401609"/>
              <a:gd name="connsiteX3" fmla="*/ 7425003 w 7425003"/>
              <a:gd name="connsiteY3" fmla="*/ 745 h 401609"/>
              <a:gd name="connsiteX4" fmla="*/ 0 w 7425003"/>
              <a:gd name="connsiteY4" fmla="*/ 0 h 401609"/>
              <a:gd name="connsiteX0" fmla="*/ 0 w 8867214"/>
              <a:gd name="connsiteY0" fmla="*/ 0 h 401609"/>
              <a:gd name="connsiteX1" fmla="*/ 1476 w 8867214"/>
              <a:gd name="connsiteY1" fmla="*/ 399902 h 401609"/>
              <a:gd name="connsiteX2" fmla="*/ 7143194 w 8867214"/>
              <a:gd name="connsiteY2" fmla="*/ 401609 h 401609"/>
              <a:gd name="connsiteX3" fmla="*/ 8867214 w 8867214"/>
              <a:gd name="connsiteY3" fmla="*/ 745 h 401609"/>
              <a:gd name="connsiteX4" fmla="*/ 0 w 8867214"/>
              <a:gd name="connsiteY4" fmla="*/ 0 h 4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7214" h="401609">
                <a:moveTo>
                  <a:pt x="0" y="0"/>
                </a:moveTo>
                <a:cubicBezTo>
                  <a:pt x="1279" y="134082"/>
                  <a:pt x="197" y="265820"/>
                  <a:pt x="1476" y="399902"/>
                </a:cubicBezTo>
                <a:lnTo>
                  <a:pt x="7143194" y="401609"/>
                </a:lnTo>
                <a:lnTo>
                  <a:pt x="8867214" y="745"/>
                </a:lnTo>
                <a:lnTo>
                  <a:pt x="0" y="0"/>
                </a:lnTo>
                <a:close/>
              </a:path>
            </a:pathLst>
          </a:custGeom>
          <a:solidFill>
            <a:srgbClr val="BA861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8576" tIns="19289" rIns="38576" bIns="1928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857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6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15" name="자유형: 도형 25">
            <a:extLst>
              <a:ext uri="{FF2B5EF4-FFF2-40B4-BE49-F238E27FC236}">
                <a16:creationId xmlns:a16="http://schemas.microsoft.com/office/drawing/2014/main" id="{4C04E340-67DF-4301-AB60-4C6BF360F120}"/>
              </a:ext>
            </a:extLst>
          </p:cNvPr>
          <p:cNvSpPr/>
          <p:nvPr/>
        </p:nvSpPr>
        <p:spPr bwMode="auto">
          <a:xfrm flipH="1" flipV="1">
            <a:off x="8316417" y="-38"/>
            <a:ext cx="827584" cy="306167"/>
          </a:xfrm>
          <a:custGeom>
            <a:avLst/>
            <a:gdLst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0" fmla="*/ 0 w 7703389"/>
              <a:gd name="connsiteY0" fmla="*/ 138023 h 560717"/>
              <a:gd name="connsiteX1" fmla="*/ 34506 w 7703389"/>
              <a:gd name="connsiteY1" fmla="*/ 526212 h 560717"/>
              <a:gd name="connsiteX2" fmla="*/ 7237563 w 7703389"/>
              <a:gd name="connsiteY2" fmla="*/ 560717 h 560717"/>
              <a:gd name="connsiteX3" fmla="*/ 7703389 w 7703389"/>
              <a:gd name="connsiteY3" fmla="*/ 129397 h 560717"/>
              <a:gd name="connsiteX4" fmla="*/ 1216325 w 7703389"/>
              <a:gd name="connsiteY4" fmla="*/ 0 h 560717"/>
              <a:gd name="connsiteX5" fmla="*/ 1647646 w 7703389"/>
              <a:gd name="connsiteY5" fmla="*/ 69012 h 560717"/>
              <a:gd name="connsiteX6" fmla="*/ 0 w 7703389"/>
              <a:gd name="connsiteY6" fmla="*/ 138023 h 560717"/>
              <a:gd name="connsiteX0" fmla="*/ 0 w 7703389"/>
              <a:gd name="connsiteY0" fmla="*/ 69011 h 491705"/>
              <a:gd name="connsiteX1" fmla="*/ 34506 w 7703389"/>
              <a:gd name="connsiteY1" fmla="*/ 457200 h 491705"/>
              <a:gd name="connsiteX2" fmla="*/ 7237563 w 7703389"/>
              <a:gd name="connsiteY2" fmla="*/ 491705 h 491705"/>
              <a:gd name="connsiteX3" fmla="*/ 7703389 w 7703389"/>
              <a:gd name="connsiteY3" fmla="*/ 60385 h 491705"/>
              <a:gd name="connsiteX4" fmla="*/ 1647646 w 7703389"/>
              <a:gd name="connsiteY4" fmla="*/ 0 h 491705"/>
              <a:gd name="connsiteX5" fmla="*/ 0 w 7703389"/>
              <a:gd name="connsiteY5" fmla="*/ 69011 h 491705"/>
              <a:gd name="connsiteX0" fmla="*/ 0 w 7703389"/>
              <a:gd name="connsiteY0" fmla="*/ 8626 h 431320"/>
              <a:gd name="connsiteX1" fmla="*/ 34506 w 7703389"/>
              <a:gd name="connsiteY1" fmla="*/ 396815 h 431320"/>
              <a:gd name="connsiteX2" fmla="*/ 7237563 w 7703389"/>
              <a:gd name="connsiteY2" fmla="*/ 431320 h 431320"/>
              <a:gd name="connsiteX3" fmla="*/ 7703389 w 7703389"/>
              <a:gd name="connsiteY3" fmla="*/ 0 h 431320"/>
              <a:gd name="connsiteX4" fmla="*/ 0 w 7703389"/>
              <a:gd name="connsiteY4" fmla="*/ 8626 h 431320"/>
              <a:gd name="connsiteX0" fmla="*/ 0 w 7743495"/>
              <a:gd name="connsiteY0" fmla="*/ 0 h 476576"/>
              <a:gd name="connsiteX1" fmla="*/ 74612 w 7743495"/>
              <a:gd name="connsiteY1" fmla="*/ 442071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43495"/>
              <a:gd name="connsiteY0" fmla="*/ 0 h 476576"/>
              <a:gd name="connsiteX1" fmla="*/ 8554 w 7743495"/>
              <a:gd name="connsiteY1" fmla="*/ 402245 h 476576"/>
              <a:gd name="connsiteX2" fmla="*/ 7277669 w 7743495"/>
              <a:gd name="connsiteY2" fmla="*/ 476576 h 476576"/>
              <a:gd name="connsiteX3" fmla="*/ 7743495 w 7743495"/>
              <a:gd name="connsiteY3" fmla="*/ 45256 h 476576"/>
              <a:gd name="connsiteX4" fmla="*/ 0 w 7743495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402245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8777"/>
              <a:gd name="connsiteY0" fmla="*/ 0 h 476576"/>
              <a:gd name="connsiteX1" fmla="*/ 3836 w 7738777"/>
              <a:gd name="connsiteY1" fmla="*/ 399903 h 476576"/>
              <a:gd name="connsiteX2" fmla="*/ 7272951 w 7738777"/>
              <a:gd name="connsiteY2" fmla="*/ 476576 h 476576"/>
              <a:gd name="connsiteX3" fmla="*/ 7738777 w 7738777"/>
              <a:gd name="connsiteY3" fmla="*/ 45256 h 476576"/>
              <a:gd name="connsiteX4" fmla="*/ 0 w 7738777"/>
              <a:gd name="connsiteY4" fmla="*/ 0 h 476576"/>
              <a:gd name="connsiteX0" fmla="*/ 0 w 7736417"/>
              <a:gd name="connsiteY0" fmla="*/ 0 h 474233"/>
              <a:gd name="connsiteX1" fmla="*/ 1476 w 7736417"/>
              <a:gd name="connsiteY1" fmla="*/ 397560 h 474233"/>
              <a:gd name="connsiteX2" fmla="*/ 7270591 w 7736417"/>
              <a:gd name="connsiteY2" fmla="*/ 474233 h 474233"/>
              <a:gd name="connsiteX3" fmla="*/ 7736417 w 7736417"/>
              <a:gd name="connsiteY3" fmla="*/ 42913 h 474233"/>
              <a:gd name="connsiteX4" fmla="*/ 0 w 7736417"/>
              <a:gd name="connsiteY4" fmla="*/ 0 h 474233"/>
              <a:gd name="connsiteX0" fmla="*/ 0 w 7736417"/>
              <a:gd name="connsiteY0" fmla="*/ 0 h 476575"/>
              <a:gd name="connsiteX1" fmla="*/ 1476 w 7736417"/>
              <a:gd name="connsiteY1" fmla="*/ 399902 h 476575"/>
              <a:gd name="connsiteX2" fmla="*/ 7270591 w 7736417"/>
              <a:gd name="connsiteY2" fmla="*/ 476575 h 476575"/>
              <a:gd name="connsiteX3" fmla="*/ 7736417 w 7736417"/>
              <a:gd name="connsiteY3" fmla="*/ 45255 h 476575"/>
              <a:gd name="connsiteX4" fmla="*/ 0 w 7736417"/>
              <a:gd name="connsiteY4" fmla="*/ 0 h 476575"/>
              <a:gd name="connsiteX0" fmla="*/ 0 w 7429721"/>
              <a:gd name="connsiteY0" fmla="*/ 0 h 476575"/>
              <a:gd name="connsiteX1" fmla="*/ 1476 w 7429721"/>
              <a:gd name="connsiteY1" fmla="*/ 399902 h 476575"/>
              <a:gd name="connsiteX2" fmla="*/ 7270591 w 7429721"/>
              <a:gd name="connsiteY2" fmla="*/ 476575 h 476575"/>
              <a:gd name="connsiteX3" fmla="*/ 7429721 w 7429721"/>
              <a:gd name="connsiteY3" fmla="*/ 3087 h 476575"/>
              <a:gd name="connsiteX4" fmla="*/ 0 w 7429721"/>
              <a:gd name="connsiteY4" fmla="*/ 0 h 476575"/>
              <a:gd name="connsiteX0" fmla="*/ 0 w 7429721"/>
              <a:gd name="connsiteY0" fmla="*/ 0 h 401609"/>
              <a:gd name="connsiteX1" fmla="*/ 1476 w 7429721"/>
              <a:gd name="connsiteY1" fmla="*/ 399902 h 401609"/>
              <a:gd name="connsiteX2" fmla="*/ 7143194 w 7429721"/>
              <a:gd name="connsiteY2" fmla="*/ 401609 h 401609"/>
              <a:gd name="connsiteX3" fmla="*/ 7429721 w 7429721"/>
              <a:gd name="connsiteY3" fmla="*/ 3087 h 401609"/>
              <a:gd name="connsiteX4" fmla="*/ 0 w 7429721"/>
              <a:gd name="connsiteY4" fmla="*/ 0 h 401609"/>
              <a:gd name="connsiteX0" fmla="*/ 0 w 7425003"/>
              <a:gd name="connsiteY0" fmla="*/ 0 h 401609"/>
              <a:gd name="connsiteX1" fmla="*/ 1476 w 7425003"/>
              <a:gd name="connsiteY1" fmla="*/ 399902 h 401609"/>
              <a:gd name="connsiteX2" fmla="*/ 7143194 w 7425003"/>
              <a:gd name="connsiteY2" fmla="*/ 401609 h 401609"/>
              <a:gd name="connsiteX3" fmla="*/ 7425003 w 7425003"/>
              <a:gd name="connsiteY3" fmla="*/ 745 h 401609"/>
              <a:gd name="connsiteX4" fmla="*/ 0 w 7425003"/>
              <a:gd name="connsiteY4" fmla="*/ 0 h 401609"/>
              <a:gd name="connsiteX0" fmla="*/ 0 w 8867214"/>
              <a:gd name="connsiteY0" fmla="*/ 0 h 401609"/>
              <a:gd name="connsiteX1" fmla="*/ 1476 w 8867214"/>
              <a:gd name="connsiteY1" fmla="*/ 399902 h 401609"/>
              <a:gd name="connsiteX2" fmla="*/ 7143194 w 8867214"/>
              <a:gd name="connsiteY2" fmla="*/ 401609 h 401609"/>
              <a:gd name="connsiteX3" fmla="*/ 8867214 w 8867214"/>
              <a:gd name="connsiteY3" fmla="*/ 745 h 401609"/>
              <a:gd name="connsiteX4" fmla="*/ 0 w 8867214"/>
              <a:gd name="connsiteY4" fmla="*/ 0 h 4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7214" h="401609">
                <a:moveTo>
                  <a:pt x="0" y="0"/>
                </a:moveTo>
                <a:cubicBezTo>
                  <a:pt x="1279" y="134082"/>
                  <a:pt x="197" y="265820"/>
                  <a:pt x="1476" y="399902"/>
                </a:cubicBezTo>
                <a:lnTo>
                  <a:pt x="7143194" y="401609"/>
                </a:lnTo>
                <a:lnTo>
                  <a:pt x="8867214" y="745"/>
                </a:lnTo>
                <a:lnTo>
                  <a:pt x="0" y="0"/>
                </a:lnTo>
                <a:close/>
              </a:path>
            </a:pathLst>
          </a:custGeom>
          <a:solidFill>
            <a:srgbClr val="BA861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8576" tIns="19289" rIns="38576" bIns="1928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857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6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288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ftr="0" dt="0"/>
  <p:txStyles>
    <p:titleStyle>
      <a:lvl1pPr algn="l" defTabSz="385754" rtl="0" eaLnBrk="1" latinLnBrk="1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5">
              <a:lumMod val="7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134997" indent="-134997" algn="l" defTabSz="385754" rtl="0" eaLnBrk="1" latinLnBrk="1" hangingPunct="1">
        <a:lnSpc>
          <a:spcPct val="100000"/>
        </a:lnSpc>
        <a:spcBef>
          <a:spcPts val="422"/>
        </a:spcBef>
        <a:buFont typeface="Wingdings" panose="05000000000000000000" pitchFamily="2" charset="2"/>
        <a:buChar char="§"/>
        <a:defRPr sz="15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맑은 고딕 Semilight" panose="020B0502040204020203" pitchFamily="50" charset="-127"/>
        </a:defRPr>
      </a:lvl1pPr>
      <a:lvl2pPr marL="269993" indent="-134997" algn="l" defTabSz="385754" rtl="0" eaLnBrk="1" latinLnBrk="1" hangingPunct="1">
        <a:lnSpc>
          <a:spcPct val="100000"/>
        </a:lnSpc>
        <a:spcBef>
          <a:spcPts val="211"/>
        </a:spcBef>
        <a:buFont typeface="Wingdings" panose="05000000000000000000" pitchFamily="2" charset="2"/>
        <a:buChar char="§"/>
        <a:defRPr sz="15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맑은 고딕 Semilight" panose="020B0502040204020203" pitchFamily="50" charset="-127"/>
        </a:defRPr>
      </a:lvl2pPr>
      <a:lvl3pPr marL="404990" indent="-134997" algn="l" defTabSz="385754" rtl="0" eaLnBrk="1" latinLnBrk="1" hangingPunct="1">
        <a:lnSpc>
          <a:spcPct val="100000"/>
        </a:lnSpc>
        <a:spcBef>
          <a:spcPts val="211"/>
        </a:spcBef>
        <a:buFont typeface="Wingdings" panose="05000000000000000000" pitchFamily="2" charset="2"/>
        <a:buChar char="§"/>
        <a:defRPr sz="15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맑은 고딕 Semilight" panose="020B0502040204020203" pitchFamily="50" charset="-127"/>
        </a:defRPr>
      </a:lvl3pPr>
      <a:lvl4pPr marL="539987" indent="-134997" algn="l" defTabSz="385754" rtl="0" eaLnBrk="1" latinLnBrk="1" hangingPunct="1">
        <a:lnSpc>
          <a:spcPct val="100000"/>
        </a:lnSpc>
        <a:spcBef>
          <a:spcPts val="211"/>
        </a:spcBef>
        <a:buFont typeface="Wingdings" panose="05000000000000000000" pitchFamily="2" charset="2"/>
        <a:buChar char="§"/>
        <a:defRPr sz="15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맑은 고딕 Semilight" panose="020B0502040204020203" pitchFamily="50" charset="-127"/>
        </a:defRPr>
      </a:lvl4pPr>
      <a:lvl5pPr marL="674984" indent="-134997" algn="l" defTabSz="385754" rtl="0" eaLnBrk="1" latinLnBrk="1" hangingPunct="1">
        <a:lnSpc>
          <a:spcPct val="100000"/>
        </a:lnSpc>
        <a:spcBef>
          <a:spcPts val="211"/>
        </a:spcBef>
        <a:buFont typeface="Wingdings" panose="05000000000000000000" pitchFamily="2" charset="2"/>
        <a:buChar char="§"/>
        <a:defRPr sz="15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맑은 고딕 Semilight" panose="020B0502040204020203" pitchFamily="50" charset="-127"/>
        </a:defRPr>
      </a:lvl5pPr>
      <a:lvl6pPr marL="1060820" indent="-96439" algn="l" defTabSz="385754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698" indent="-96439" algn="l" defTabSz="385754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74" indent="-96439" algn="l" defTabSz="385754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50" indent="-96439" algn="l" defTabSz="385754" rtl="0" eaLnBrk="1" latinLnBrk="1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76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54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30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06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382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59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35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12" algn="l" defTabSz="385754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" b="1" dirty="0"/>
              <a:t>202</a:t>
            </a:r>
            <a:r>
              <a:rPr lang="en-US" altLang="ko" dirty="0"/>
              <a:t>5</a:t>
            </a:r>
            <a:r>
              <a:rPr lang="ko" b="1" dirty="0"/>
              <a:t>년 창의공학설계 </a:t>
            </a:r>
            <a:br>
              <a:rPr lang="en-US" altLang="ko" b="1" dirty="0"/>
            </a:br>
            <a:r>
              <a:rPr lang="ko" b="1" dirty="0"/>
              <a:t>프로젝트</a:t>
            </a:r>
            <a:endParaRPr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0E082-A7CC-49AC-A0AE-2EA0F1BA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</a:t>
            </a:fld>
            <a:endParaRPr lang="ko" altLang="en-US"/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7CAED88A-DF0E-4FB0-99CD-9D0504A5F018}"/>
              </a:ext>
            </a:extLst>
          </p:cNvPr>
          <p:cNvSpPr txBox="1">
            <a:spLocks/>
          </p:cNvSpPr>
          <p:nvPr/>
        </p:nvSpPr>
        <p:spPr>
          <a:xfrm>
            <a:off x="831804" y="3823290"/>
            <a:ext cx="7480393" cy="5415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marL="0" indent="0" algn="ctr" defTabSz="385754" rtl="0" eaLnBrk="1" latinLnBrk="1" hangingPunct="1">
              <a:lnSpc>
                <a:spcPct val="100000"/>
              </a:lnSpc>
              <a:spcBef>
                <a:spcPts val="422"/>
              </a:spcBef>
              <a:buFont typeface="Wingdings" panose="05000000000000000000" pitchFamily="2" charset="2"/>
              <a:buNone/>
              <a:defRPr sz="1500" b="0" kern="120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1pPr>
            <a:lvl2pPr marL="192876" indent="0" algn="ctr" defTabSz="385754" rtl="0" eaLnBrk="1" latinLnBrk="1" hangingPunct="1">
              <a:lnSpc>
                <a:spcPct val="100000"/>
              </a:lnSpc>
              <a:spcBef>
                <a:spcPts val="211"/>
              </a:spcBef>
              <a:buFont typeface="Wingdings" panose="05000000000000000000" pitchFamily="2" charset="2"/>
              <a:buNone/>
              <a:defRPr sz="844" b="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2pPr>
            <a:lvl3pPr marL="385754" indent="0" algn="ctr" defTabSz="385754" rtl="0" eaLnBrk="1" latinLnBrk="1" hangingPunct="1">
              <a:lnSpc>
                <a:spcPct val="100000"/>
              </a:lnSpc>
              <a:spcBef>
                <a:spcPts val="211"/>
              </a:spcBef>
              <a:buFont typeface="Wingdings" panose="05000000000000000000" pitchFamily="2" charset="2"/>
              <a:buNone/>
              <a:defRPr sz="760" b="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3pPr>
            <a:lvl4pPr marL="578630" indent="0" algn="ctr" defTabSz="385754" rtl="0" eaLnBrk="1" latinLnBrk="1" hangingPunct="1">
              <a:lnSpc>
                <a:spcPct val="100000"/>
              </a:lnSpc>
              <a:spcBef>
                <a:spcPts val="211"/>
              </a:spcBef>
              <a:buFont typeface="Wingdings" panose="05000000000000000000" pitchFamily="2" charset="2"/>
              <a:buNone/>
              <a:defRPr sz="675" b="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4pPr>
            <a:lvl5pPr marL="771506" indent="0" algn="ctr" defTabSz="385754" rtl="0" eaLnBrk="1" latinLnBrk="1" hangingPunct="1">
              <a:lnSpc>
                <a:spcPct val="100000"/>
              </a:lnSpc>
              <a:spcBef>
                <a:spcPts val="211"/>
              </a:spcBef>
              <a:buFont typeface="Wingdings" panose="05000000000000000000" pitchFamily="2" charset="2"/>
              <a:buNone/>
              <a:defRPr sz="675" b="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defRPr>
            </a:lvl5pPr>
            <a:lvl6pPr marL="964382" indent="0" algn="ctr" defTabSz="385754" rtl="0" eaLnBrk="1" latinLnBrk="1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57259" indent="0" algn="ctr" defTabSz="385754" rtl="0" eaLnBrk="1" latinLnBrk="1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50135" indent="0" algn="ctr" defTabSz="385754" rtl="0" eaLnBrk="1" latinLnBrk="1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3012" indent="0" algn="ctr" defTabSz="385754" rtl="0" eaLnBrk="1" latinLnBrk="1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altLang="ko-KR" b="1" dirty="0"/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C55634F0-B68D-46E6-E2A4-E2E440EB17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203149"/>
            <a:ext cx="6858000" cy="5415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박세웅 교수님 </a:t>
            </a:r>
            <a:r>
              <a:rPr lang="en-US" altLang="ko-KR" dirty="0"/>
              <a:t>(002) </a:t>
            </a:r>
            <a:r>
              <a:rPr lang="ko-KR" altLang="en-US" dirty="0"/>
              <a:t>강좌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 Tac Toe </a:t>
            </a:r>
            <a:r>
              <a:rPr lang="ko-KR" altLang="en-US" dirty="0"/>
              <a:t>게임 </a:t>
            </a:r>
            <a:endParaRPr lang="en-US" altLang="ko-KR" dirty="0"/>
          </a:p>
          <a:p>
            <a:pPr lvl="1"/>
            <a:r>
              <a:rPr lang="ko-KR" altLang="en-US" dirty="0" err="1"/>
              <a:t>삼목</a:t>
            </a:r>
            <a:r>
              <a:rPr lang="ko-KR" altLang="en-US" dirty="0"/>
              <a:t> 게임</a:t>
            </a:r>
            <a:endParaRPr lang="en-US" altLang="ko-KR" dirty="0"/>
          </a:p>
          <a:p>
            <a:pPr lvl="1"/>
            <a:r>
              <a:rPr lang="ko-KR" altLang="en-US" dirty="0"/>
              <a:t>두 명이 </a:t>
            </a:r>
            <a:r>
              <a:rPr lang="en-US" altLang="ko-KR" dirty="0"/>
              <a:t>3x3 </a:t>
            </a:r>
            <a:r>
              <a:rPr lang="ko-KR" altLang="en-US" dirty="0" err="1"/>
              <a:t>게임판에</a:t>
            </a:r>
            <a:r>
              <a:rPr lang="ko-KR" altLang="en-US" dirty="0"/>
              <a:t> 번갈아 가면서 수를 둠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가로</a:t>
            </a:r>
            <a:r>
              <a:rPr lang="en-US" altLang="ko-KR" dirty="0"/>
              <a:t>/</a:t>
            </a:r>
            <a:r>
              <a:rPr lang="ko-KR" altLang="en-US" dirty="0"/>
              <a:t>세로</a:t>
            </a:r>
            <a:r>
              <a:rPr lang="en-US" altLang="ko-KR" dirty="0"/>
              <a:t>/</a:t>
            </a:r>
            <a:r>
              <a:rPr lang="ko-KR" altLang="en-US" dirty="0"/>
              <a:t>대각선 중 한 방향으로 </a:t>
            </a:r>
            <a:r>
              <a:rPr lang="en-US" altLang="ko-KR" dirty="0"/>
              <a:t>3</a:t>
            </a:r>
            <a:r>
              <a:rPr lang="ko-KR" altLang="en-US" dirty="0"/>
              <a:t>개가 이어지면 승리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2</a:t>
            </a:fld>
            <a:endParaRPr lang="ko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28" y="760810"/>
            <a:ext cx="2333951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5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D0B704-A41A-41E7-8661-CA8710AAB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목표</a:t>
            </a:r>
          </a:p>
          <a:p>
            <a:pPr lvl="1" fontAlgn="base"/>
            <a:r>
              <a:rPr lang="ko-KR" altLang="en-US" dirty="0"/>
              <a:t>다양한 센서를 활용한 트랙 주행 및 </a:t>
            </a:r>
            <a:r>
              <a:rPr lang="ko-KR" altLang="en-US" dirty="0" err="1"/>
              <a:t>게임판</a:t>
            </a:r>
            <a:r>
              <a:rPr lang="ko-KR" altLang="en-US" dirty="0"/>
              <a:t> 탐색</a:t>
            </a:r>
            <a:endParaRPr lang="en-US" altLang="ko-KR" dirty="0"/>
          </a:p>
          <a:p>
            <a:pPr lvl="1" fontAlgn="base"/>
            <a:endParaRPr lang="ko-KR" altLang="en-US" dirty="0"/>
          </a:p>
          <a:p>
            <a:pPr fontAlgn="base"/>
            <a:r>
              <a:rPr lang="ko-KR" altLang="en-US" dirty="0"/>
              <a:t>평가 항목</a:t>
            </a:r>
          </a:p>
          <a:p>
            <a:pPr lvl="1" fontAlgn="base"/>
            <a:r>
              <a:rPr lang="ko-KR" altLang="en-US" sz="1400" dirty="0"/>
              <a:t>각종 센서를 활용한 정보 처리 및 주행 </a:t>
            </a:r>
          </a:p>
          <a:p>
            <a:pPr lvl="2" fontAlgn="base"/>
            <a:r>
              <a:rPr lang="ko-KR" altLang="en-US" sz="1400" dirty="0"/>
              <a:t>라인트레이싱</a:t>
            </a:r>
          </a:p>
          <a:p>
            <a:pPr lvl="2" fontAlgn="base"/>
            <a:r>
              <a:rPr lang="ko-KR" altLang="en-US" sz="1400" dirty="0"/>
              <a:t>블루투스를 이용한 돌발구간 정지 및 주행 모드 전환</a:t>
            </a:r>
            <a:endParaRPr lang="en-US" altLang="ko-KR" sz="1400" dirty="0"/>
          </a:p>
          <a:p>
            <a:pPr lvl="2" fontAlgn="base"/>
            <a:r>
              <a:rPr lang="ko-KR" altLang="en-US" sz="1400" dirty="0"/>
              <a:t>조도 센서를 통한 일시 정지</a:t>
            </a:r>
            <a:endParaRPr lang="en-US" altLang="ko-KR" sz="1400" dirty="0"/>
          </a:p>
          <a:p>
            <a:pPr lvl="2" fontAlgn="base"/>
            <a:r>
              <a:rPr lang="ko-KR" altLang="en-US" sz="1400" dirty="0"/>
              <a:t>초음파 센서를 이용한 </a:t>
            </a:r>
            <a:r>
              <a:rPr lang="ko-KR" altLang="en-US" sz="1400" dirty="0" err="1"/>
              <a:t>게임판</a:t>
            </a:r>
            <a:r>
              <a:rPr lang="ko-KR" altLang="en-US" sz="1400" dirty="0"/>
              <a:t> 탐색</a:t>
            </a:r>
            <a:endParaRPr lang="en-US" altLang="ko-KR" sz="1400" dirty="0"/>
          </a:p>
          <a:p>
            <a:pPr lvl="2" fontAlgn="base"/>
            <a:r>
              <a:rPr lang="ko-KR" altLang="en-US" sz="1400" dirty="0"/>
              <a:t>탐지한 </a:t>
            </a:r>
            <a:r>
              <a:rPr lang="ko-KR" altLang="en-US" sz="1400" dirty="0" err="1"/>
              <a:t>게임판을</a:t>
            </a:r>
            <a:r>
              <a:rPr lang="ko-KR" altLang="en-US" sz="1400" dirty="0"/>
              <a:t> 바탕으로 다음 수 계산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79F348-13AE-4570-A0D3-FCEA8E6C89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269DD3F-74E2-44E1-BF1D-8363D555F6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altLang="ko-KR" dirty="0"/>
              <a:t>Tic Tac Toe </a:t>
            </a:r>
            <a:r>
              <a:rPr lang="ko-KR" altLang="en-US" dirty="0"/>
              <a:t>게임</a:t>
            </a:r>
            <a:endParaRPr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478704F-F915-4891-9532-AC3E58E2CD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3</a:t>
            </a:fld>
            <a:endParaRPr lang="ko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개의 구간</a:t>
            </a:r>
            <a:endParaRPr lang="en-US" altLang="ko-KR" dirty="0"/>
          </a:p>
          <a:p>
            <a:pPr lvl="1"/>
            <a:r>
              <a:rPr lang="ko-KR" altLang="en-US" dirty="0" err="1"/>
              <a:t>라인트레이싱</a:t>
            </a:r>
            <a:r>
              <a:rPr lang="en-US" altLang="ko-KR" dirty="0"/>
              <a:t>(LFS),</a:t>
            </a:r>
            <a:r>
              <a:rPr lang="ko-KR" altLang="en-US" dirty="0"/>
              <a:t> 각종 센서 사용 및 장애물 탐지 </a:t>
            </a:r>
            <a:r>
              <a:rPr lang="en-US" altLang="ko-KR" dirty="0"/>
              <a:t>task</a:t>
            </a:r>
            <a:r>
              <a:rPr lang="ko-KR" altLang="en-US" dirty="0"/>
              <a:t>를 수행하며 정답 도출</a:t>
            </a:r>
            <a:endParaRPr lang="en-US" altLang="ko-KR" dirty="0"/>
          </a:p>
          <a:p>
            <a:pPr lvl="1"/>
            <a:r>
              <a:rPr lang="ko-KR" altLang="en-US" dirty="0"/>
              <a:t>사용 센서</a:t>
            </a:r>
            <a:r>
              <a:rPr lang="en-US" altLang="ko-KR" dirty="0"/>
              <a:t>: </a:t>
            </a:r>
            <a:r>
              <a:rPr lang="ko-KR" altLang="en-US" dirty="0" err="1"/>
              <a:t>라인트레이서</a:t>
            </a:r>
            <a:r>
              <a:rPr lang="en-US" altLang="ko-KR" dirty="0"/>
              <a:t>, </a:t>
            </a:r>
            <a:r>
              <a:rPr lang="ko-KR" altLang="en-US" dirty="0"/>
              <a:t>블루투스</a:t>
            </a:r>
            <a:r>
              <a:rPr lang="en-US" altLang="ko-KR" dirty="0"/>
              <a:t>, </a:t>
            </a:r>
            <a:r>
              <a:rPr lang="ko-KR" altLang="en-US" dirty="0"/>
              <a:t>초음파</a:t>
            </a:r>
            <a:r>
              <a:rPr lang="en-US" altLang="ko-KR" dirty="0"/>
              <a:t>,</a:t>
            </a:r>
            <a:r>
              <a:rPr lang="ko-KR" altLang="en-US" dirty="0"/>
              <a:t> 조도 센서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3</a:t>
            </a:r>
            <a:r>
              <a:rPr lang="ko-KR" altLang="en-US" b="1" dirty="0"/>
              <a:t>번의 기회 제공</a:t>
            </a:r>
            <a:endParaRPr lang="en-US" altLang="ko-KR" b="1" dirty="0"/>
          </a:p>
          <a:p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Tic Tac Toe </a:t>
            </a:r>
            <a:r>
              <a:rPr lang="ko-KR" altLang="en-US" dirty="0"/>
              <a:t>게임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4</a:t>
            </a:fld>
            <a:endParaRPr lang="ko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C55112-D8B5-05E0-10D2-D8A3E503E523}"/>
              </a:ext>
            </a:extLst>
          </p:cNvPr>
          <p:cNvGrpSpPr/>
          <p:nvPr/>
        </p:nvGrpSpPr>
        <p:grpSpPr>
          <a:xfrm>
            <a:off x="2777316" y="1969426"/>
            <a:ext cx="4157220" cy="2413262"/>
            <a:chOff x="3333710" y="1630867"/>
            <a:chExt cx="4157220" cy="24132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A2D77BB-B372-2BE6-9545-323D65EFB55D}"/>
                </a:ext>
              </a:extLst>
            </p:cNvPr>
            <p:cNvSpPr/>
            <p:nvPr/>
          </p:nvSpPr>
          <p:spPr>
            <a:xfrm>
              <a:off x="3333710" y="1630867"/>
              <a:ext cx="4157220" cy="241326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ore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7B0F8C-4D0E-EFE1-3E0A-42D929C1324E}"/>
                </a:ext>
              </a:extLst>
            </p:cNvPr>
            <p:cNvSpPr/>
            <p:nvPr/>
          </p:nvSpPr>
          <p:spPr>
            <a:xfrm>
              <a:off x="5739537" y="3650878"/>
              <a:ext cx="1398494" cy="15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D2A9765-F9B4-6EE0-3CBC-6FE4C73E3AA4}"/>
                </a:ext>
              </a:extLst>
            </p:cNvPr>
            <p:cNvSpPr/>
            <p:nvPr/>
          </p:nvSpPr>
          <p:spPr>
            <a:xfrm rot="5400000">
              <a:off x="6104582" y="2644324"/>
              <a:ext cx="1905533" cy="1613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CB555F9-EDD5-3079-F7A8-8FED779C4253}"/>
                </a:ext>
              </a:extLst>
            </p:cNvPr>
            <p:cNvSpPr/>
            <p:nvPr/>
          </p:nvSpPr>
          <p:spPr>
            <a:xfrm>
              <a:off x="6737980" y="2024116"/>
              <a:ext cx="638735" cy="33377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임시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암막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D24FFD2-6B56-F5A4-A1CC-5229A1907FBB}"/>
                </a:ext>
              </a:extLst>
            </p:cNvPr>
            <p:cNvSpPr/>
            <p:nvPr/>
          </p:nvSpPr>
          <p:spPr>
            <a:xfrm>
              <a:off x="6183983" y="3007065"/>
              <a:ext cx="792683" cy="15464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215D0CE-AB1A-7F58-76F7-CCB0669A1636}"/>
                </a:ext>
              </a:extLst>
            </p:cNvPr>
            <p:cNvSpPr/>
            <p:nvPr/>
          </p:nvSpPr>
          <p:spPr>
            <a:xfrm>
              <a:off x="5739537" y="3007065"/>
              <a:ext cx="444445" cy="154640"/>
            </a:xfrm>
            <a:prstGeom prst="rect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Start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D2A630A-5546-7ABA-C3E1-6AEC94C07861}"/>
                </a:ext>
              </a:extLst>
            </p:cNvPr>
            <p:cNvSpPr/>
            <p:nvPr/>
          </p:nvSpPr>
          <p:spPr>
            <a:xfrm>
              <a:off x="3442829" y="3007065"/>
              <a:ext cx="2296708" cy="1546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                          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21C9138-E7C9-0FB2-D440-8C5A652EED6B}"/>
                </a:ext>
              </a:extLst>
            </p:cNvPr>
            <p:cNvSpPr/>
            <p:nvPr/>
          </p:nvSpPr>
          <p:spPr>
            <a:xfrm rot="5400000">
              <a:off x="3931849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8A75251-DCAA-F113-092A-E6D58661ED40}"/>
                </a:ext>
              </a:extLst>
            </p:cNvPr>
            <p:cNvSpPr/>
            <p:nvPr/>
          </p:nvSpPr>
          <p:spPr>
            <a:xfrm rot="10800000">
              <a:off x="3425074" y="2277320"/>
              <a:ext cx="2314461" cy="1736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A772F1-E05A-DAA2-F8C2-C2CEA15855F3}"/>
                </a:ext>
              </a:extLst>
            </p:cNvPr>
            <p:cNvSpPr/>
            <p:nvPr/>
          </p:nvSpPr>
          <p:spPr>
            <a:xfrm rot="5400000">
              <a:off x="3177144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469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AACEF8F-AE7A-4D47-8FA3-B7F6B20B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2"/>
            <a:ext cx="8013479" cy="3937004"/>
          </a:xfrm>
        </p:spPr>
        <p:txBody>
          <a:bodyPr/>
          <a:lstStyle/>
          <a:p>
            <a:r>
              <a:rPr lang="en-US" altLang="ko-KR" dirty="0"/>
              <a:t>LFS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RFS</a:t>
            </a:r>
          </a:p>
          <a:p>
            <a:pPr lvl="1"/>
            <a:r>
              <a:rPr lang="ko-KR" altLang="en-US" dirty="0"/>
              <a:t>왼쪽</a:t>
            </a:r>
            <a:r>
              <a:rPr lang="en-US" altLang="ko-KR" dirty="0"/>
              <a:t>/</a:t>
            </a:r>
            <a:r>
              <a:rPr lang="ko-KR" altLang="en-US" dirty="0"/>
              <a:t>오른쪽을 우선으로 탐색하여 통로가 있는 방향으로 이동하는 탐색 방법 </a:t>
            </a:r>
          </a:p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28577A-F8C1-4FBF-9433-E3D26A8E71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DAD24CB-8676-4B18-B32E-33AFAA1E34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SzPts val="990"/>
            </a:pPr>
            <a:r>
              <a:rPr lang="ko-KR" altLang="en-US" dirty="0"/>
              <a:t>구간 </a:t>
            </a:r>
            <a:r>
              <a:rPr lang="en-US" altLang="ko-KR" dirty="0"/>
              <a:t>1-1: </a:t>
            </a:r>
            <a:r>
              <a:rPr lang="ko" altLang="en-US" dirty="0"/>
              <a:t>왼손짚기</a:t>
            </a:r>
            <a:r>
              <a:rPr lang="en-US" altLang="ko" dirty="0"/>
              <a:t>(Left-First-Search, LFS)</a:t>
            </a:r>
            <a:endParaRPr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AC98B2A-3C09-4344-8246-62791F1E3C2B}"/>
              </a:ext>
            </a:extLst>
          </p:cNvPr>
          <p:cNvGrpSpPr/>
          <p:nvPr/>
        </p:nvGrpSpPr>
        <p:grpSpPr>
          <a:xfrm>
            <a:off x="1011840" y="1753849"/>
            <a:ext cx="7120321" cy="2924851"/>
            <a:chOff x="1202043" y="1506900"/>
            <a:chExt cx="7120321" cy="292485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4B36D12E-BCD4-4108-911E-B78CFCC5A954}"/>
                </a:ext>
              </a:extLst>
            </p:cNvPr>
            <p:cNvGrpSpPr/>
            <p:nvPr/>
          </p:nvGrpSpPr>
          <p:grpSpPr>
            <a:xfrm>
              <a:off x="1202043" y="1506900"/>
              <a:ext cx="7120321" cy="2924851"/>
              <a:chOff x="686588" y="1506900"/>
              <a:chExt cx="7120321" cy="2924851"/>
            </a:xfrm>
          </p:grpSpPr>
          <p:pic>
            <p:nvPicPr>
              <p:cNvPr id="100" name="Google Shape;100;p20"/>
              <p:cNvPicPr preferRelativeResize="0"/>
              <p:nvPr/>
            </p:nvPicPr>
            <p:blipFill rotWithShape="1">
              <a:blip r:embed="rId3">
                <a:alphaModFix/>
              </a:blip>
              <a:srcRect l="20494" r="20824"/>
              <a:stretch/>
            </p:blipFill>
            <p:spPr>
              <a:xfrm>
                <a:off x="686588" y="1506900"/>
                <a:ext cx="2280207" cy="27899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" name="Google Shape;102;p20"/>
              <p:cNvSpPr txBox="1"/>
              <p:nvPr/>
            </p:nvSpPr>
            <p:spPr>
              <a:xfrm>
                <a:off x="3292722" y="3877783"/>
                <a:ext cx="4514187" cy="553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algn="ctr"/>
                <a:r>
                  <a:rPr lang="en-US" altLang="ko" dirty="0"/>
                  <a:t>Left-First Search </a:t>
                </a:r>
                <a:r>
                  <a:rPr lang="ko" altLang="en-US" dirty="0"/>
                  <a:t>진행 예시 </a:t>
                </a:r>
                <a:r>
                  <a:rPr lang="en-US" altLang="ko" dirty="0"/>
                  <a:t>(① → ② → </a:t>
                </a:r>
                <a:r>
                  <a:rPr lang="ko-KR" altLang="en-US" sz="2400" dirty="0"/>
                  <a:t>③</a:t>
                </a:r>
                <a:r>
                  <a:rPr lang="en-US" altLang="ko" dirty="0"/>
                  <a:t>)</a:t>
                </a:r>
                <a:endParaRPr dirty="0"/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FEC9D3A1-6C8C-4620-8C9A-BBF8A84D5121}"/>
                  </a:ext>
                </a:extLst>
              </p:cNvPr>
              <p:cNvGrpSpPr/>
              <p:nvPr/>
            </p:nvGrpSpPr>
            <p:grpSpPr>
              <a:xfrm>
                <a:off x="3292723" y="1688045"/>
                <a:ext cx="4133779" cy="2137337"/>
                <a:chOff x="2886925" y="1463599"/>
                <a:chExt cx="4133779" cy="2137337"/>
              </a:xfrm>
            </p:grpSpPr>
            <p:sp>
              <p:nvSpPr>
                <p:cNvPr id="101" name="Google Shape;101;p20"/>
                <p:cNvSpPr/>
                <p:nvPr/>
              </p:nvSpPr>
              <p:spPr>
                <a:xfrm>
                  <a:off x="2909325" y="1538787"/>
                  <a:ext cx="1973100" cy="1973100"/>
                </a:xfrm>
                <a:prstGeom prst="plus">
                  <a:avLst>
                    <a:gd name="adj" fmla="val 41466"/>
                  </a:avLst>
                </a:pr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3" name="Google Shape;103;p20"/>
                <p:cNvSpPr/>
                <p:nvPr/>
              </p:nvSpPr>
              <p:spPr>
                <a:xfrm>
                  <a:off x="5365837" y="1518100"/>
                  <a:ext cx="399600" cy="2021400"/>
                </a:xfrm>
                <a:prstGeom prst="rect">
                  <a:avLst/>
                </a:pr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4" name="Google Shape;104;p20"/>
                <p:cNvSpPr/>
                <p:nvPr/>
              </p:nvSpPr>
              <p:spPr>
                <a:xfrm rot="5400000">
                  <a:off x="5859951" y="1859172"/>
                  <a:ext cx="333300" cy="1321605"/>
                </a:xfrm>
                <a:prstGeom prst="rect">
                  <a:avLst/>
                </a:pr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5" name="Google Shape;105;p20"/>
                <p:cNvSpPr txBox="1"/>
                <p:nvPr/>
              </p:nvSpPr>
              <p:spPr>
                <a:xfrm>
                  <a:off x="3696075" y="3107076"/>
                  <a:ext cx="3996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/>
                  <a:r>
                    <a:rPr lang="ko" altLang="en-US" b="1" dirty="0"/>
                    <a:t>①</a:t>
                  </a:r>
                  <a:endParaRPr b="1" dirty="0"/>
                </a:p>
              </p:txBody>
            </p:sp>
            <p:sp>
              <p:nvSpPr>
                <p:cNvPr id="106" name="Google Shape;106;p20"/>
                <p:cNvSpPr txBox="1"/>
                <p:nvPr/>
              </p:nvSpPr>
              <p:spPr>
                <a:xfrm>
                  <a:off x="2886925" y="2297982"/>
                  <a:ext cx="3195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/>
                  <a:r>
                    <a:rPr lang="ko" altLang="en-US" b="1"/>
                    <a:t>②</a:t>
                  </a:r>
                  <a:endParaRPr b="1"/>
                </a:p>
              </p:txBody>
            </p:sp>
            <p:sp>
              <p:nvSpPr>
                <p:cNvPr id="107" name="Google Shape;107;p20"/>
                <p:cNvSpPr txBox="1"/>
                <p:nvPr/>
              </p:nvSpPr>
              <p:spPr>
                <a:xfrm>
                  <a:off x="5365798" y="3139301"/>
                  <a:ext cx="3996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/>
                  <a:r>
                    <a:rPr lang="ko" altLang="en-US" b="1" dirty="0">
                      <a:solidFill>
                        <a:srgbClr val="A61C00"/>
                      </a:solidFill>
                    </a:rPr>
                    <a:t>①</a:t>
                  </a:r>
                  <a:endParaRPr b="1" dirty="0">
                    <a:solidFill>
                      <a:srgbClr val="A61C00"/>
                    </a:solidFill>
                  </a:endParaRPr>
                </a:p>
              </p:txBody>
            </p:sp>
            <p:sp>
              <p:nvSpPr>
                <p:cNvPr id="108" name="Google Shape;108;p20"/>
                <p:cNvSpPr txBox="1"/>
                <p:nvPr/>
              </p:nvSpPr>
              <p:spPr>
                <a:xfrm>
                  <a:off x="5405875" y="1463599"/>
                  <a:ext cx="3195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/>
                  <a:r>
                    <a:rPr lang="ko" altLang="en-US" b="1" dirty="0">
                      <a:solidFill>
                        <a:srgbClr val="A61C00"/>
                      </a:solidFill>
                    </a:rPr>
                    <a:t>②</a:t>
                  </a:r>
                  <a:endParaRPr b="1" dirty="0">
                    <a:solidFill>
                      <a:srgbClr val="A61C00"/>
                    </a:solidFill>
                  </a:endParaRPr>
                </a:p>
              </p:txBody>
            </p:sp>
            <p:sp>
              <p:nvSpPr>
                <p:cNvPr id="111" name="Google Shape;111;p20"/>
                <p:cNvSpPr txBox="1"/>
                <p:nvPr/>
              </p:nvSpPr>
              <p:spPr>
                <a:xfrm>
                  <a:off x="3696075" y="1481963"/>
                  <a:ext cx="3996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/>
                  <a:r>
                    <a:rPr lang="ko" altLang="en-US" b="1" dirty="0">
                      <a:solidFill>
                        <a:srgbClr val="38761D"/>
                      </a:solidFill>
                    </a:rPr>
                    <a:t>①</a:t>
                  </a:r>
                  <a:endParaRPr b="1" dirty="0">
                    <a:solidFill>
                      <a:srgbClr val="38761D"/>
                    </a:solidFill>
                  </a:endParaRPr>
                </a:p>
              </p:txBody>
            </p:sp>
            <p:sp>
              <p:nvSpPr>
                <p:cNvPr id="112" name="Google Shape;112;p20"/>
                <p:cNvSpPr txBox="1"/>
                <p:nvPr/>
              </p:nvSpPr>
              <p:spPr>
                <a:xfrm>
                  <a:off x="4562925" y="2297982"/>
                  <a:ext cx="3195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/>
                  <a:r>
                    <a:rPr lang="ko" altLang="en-US" b="1" dirty="0">
                      <a:solidFill>
                        <a:srgbClr val="38761D"/>
                      </a:solidFill>
                    </a:rPr>
                    <a:t>②</a:t>
                  </a:r>
                  <a:endParaRPr b="1" dirty="0">
                    <a:solidFill>
                      <a:srgbClr val="38761D"/>
                    </a:solidFill>
                  </a:endParaRPr>
                </a:p>
              </p:txBody>
            </p:sp>
            <p:sp>
              <p:nvSpPr>
                <p:cNvPr id="21" name="Google Shape;104;p20">
                  <a:extLst>
                    <a:ext uri="{FF2B5EF4-FFF2-40B4-BE49-F238E27FC236}">
                      <a16:creationId xmlns:a16="http://schemas.microsoft.com/office/drawing/2014/main" id="{9F763440-933E-4512-84CD-D62C7C871CFA}"/>
                    </a:ext>
                  </a:extLst>
                </p:cNvPr>
                <p:cNvSpPr/>
                <p:nvPr/>
              </p:nvSpPr>
              <p:spPr>
                <a:xfrm rot="10800000">
                  <a:off x="6687404" y="1511532"/>
                  <a:ext cx="333300" cy="1175093"/>
                </a:xfrm>
                <a:prstGeom prst="rect">
                  <a:avLst/>
                </a:pr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</p:grpSp>
        <p:sp>
          <p:nvSpPr>
            <p:cNvPr id="22" name="Google Shape;108;p20">
              <a:extLst>
                <a:ext uri="{FF2B5EF4-FFF2-40B4-BE49-F238E27FC236}">
                  <a16:creationId xmlns:a16="http://schemas.microsoft.com/office/drawing/2014/main" id="{677438FE-5A39-4488-8CA0-3E57CABC4562}"/>
                </a:ext>
              </a:extLst>
            </p:cNvPr>
            <p:cNvSpPr txBox="1"/>
            <p:nvPr/>
          </p:nvSpPr>
          <p:spPr>
            <a:xfrm>
              <a:off x="7608657" y="1687076"/>
              <a:ext cx="3195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A61C00"/>
                  </a:solidFill>
                </a:rPr>
                <a:t>③</a:t>
              </a:r>
              <a:endParaRPr b="1" dirty="0">
                <a:solidFill>
                  <a:srgbClr val="A61C00"/>
                </a:solidFill>
              </a:endParaRPr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91912B-9CFB-4602-802A-6415C87F9C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877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BA2355-0201-45FD-8DA5-70629A75A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1400" dirty="0"/>
              <a:t>LFS </a:t>
            </a:r>
            <a:r>
              <a:rPr lang="ko-KR" altLang="en-US" sz="1400" dirty="0"/>
              <a:t>의 간단한 </a:t>
            </a:r>
            <a:r>
              <a:rPr lang="en-US" altLang="ko-KR" sz="1400" dirty="0"/>
              <a:t>Psuedo-code</a:t>
            </a:r>
          </a:p>
          <a:p>
            <a:pPr marL="134997" lvl="1" indent="0" fontAlgn="base">
              <a:buNone/>
            </a:pPr>
            <a:r>
              <a:rPr lang="en-US" altLang="ko-KR" sz="1400" dirty="0"/>
              <a:t>void loop(){</a:t>
            </a:r>
          </a:p>
          <a:p>
            <a:pPr marL="269993" lvl="2" indent="0" fontAlgn="base">
              <a:buNone/>
            </a:pPr>
            <a:r>
              <a:rPr lang="en-US" altLang="ko-KR" sz="1400" dirty="0"/>
              <a:t>if( </a:t>
            </a:r>
            <a:r>
              <a:rPr lang="ko-KR" altLang="en-US" sz="1400" dirty="0"/>
              <a:t>왼쪽에 통로가 있는가</a:t>
            </a:r>
            <a:r>
              <a:rPr lang="en-US" altLang="ko-KR" sz="1400" dirty="0"/>
              <a:t>? ) </a:t>
            </a:r>
            <a:r>
              <a:rPr lang="ko-KR" altLang="en-US" sz="1400" b="1" dirty="0">
                <a:solidFill>
                  <a:srgbClr val="C00000"/>
                </a:solidFill>
              </a:rPr>
              <a:t>좌회전</a:t>
            </a:r>
            <a:r>
              <a:rPr lang="en-US" altLang="ko-KR" sz="1400" b="1" dirty="0">
                <a:solidFill>
                  <a:srgbClr val="C00000"/>
                </a:solidFill>
              </a:rPr>
              <a:t>();</a:t>
            </a:r>
          </a:p>
          <a:p>
            <a:pPr marL="269993" lvl="2" indent="0" fontAlgn="base">
              <a:buNone/>
            </a:pPr>
            <a:r>
              <a:rPr lang="en-US" altLang="ko-KR" sz="1400" dirty="0"/>
              <a:t>else if ( </a:t>
            </a:r>
            <a:r>
              <a:rPr lang="ko-KR" altLang="en-US" sz="1400" dirty="0"/>
              <a:t>전방에 통로가 있는가</a:t>
            </a:r>
            <a:r>
              <a:rPr lang="en-US" altLang="ko-KR" sz="1400" dirty="0"/>
              <a:t>? ) </a:t>
            </a:r>
            <a:r>
              <a:rPr lang="ko-KR" altLang="en-US" sz="1400" b="1" dirty="0">
                <a:solidFill>
                  <a:srgbClr val="C00000"/>
                </a:solidFill>
              </a:rPr>
              <a:t>직진</a:t>
            </a:r>
            <a:r>
              <a:rPr lang="en-US" altLang="ko-KR" sz="1400" b="1" dirty="0">
                <a:solidFill>
                  <a:srgbClr val="C00000"/>
                </a:solidFill>
              </a:rPr>
              <a:t>();</a:t>
            </a:r>
          </a:p>
          <a:p>
            <a:pPr marL="269993" lvl="2" indent="0" fontAlgn="base">
              <a:buNone/>
            </a:pPr>
            <a:r>
              <a:rPr lang="en-US" altLang="ko-KR" sz="1400" dirty="0"/>
              <a:t>else if ( </a:t>
            </a:r>
            <a:r>
              <a:rPr lang="ko-KR" altLang="en-US" sz="1400" dirty="0"/>
              <a:t>오른쪽에 통로가 있는가</a:t>
            </a:r>
            <a:r>
              <a:rPr lang="en-US" altLang="ko-KR" sz="1400" dirty="0"/>
              <a:t>?) </a:t>
            </a:r>
            <a:r>
              <a:rPr lang="ko-KR" altLang="en-US" sz="1400" b="1" dirty="0">
                <a:solidFill>
                  <a:srgbClr val="C00000"/>
                </a:solidFill>
              </a:rPr>
              <a:t>우회전</a:t>
            </a:r>
            <a:r>
              <a:rPr lang="en-US" altLang="ko-KR" sz="1400" b="1" dirty="0">
                <a:solidFill>
                  <a:srgbClr val="C00000"/>
                </a:solidFill>
              </a:rPr>
              <a:t>();</a:t>
            </a:r>
          </a:p>
          <a:p>
            <a:pPr marL="269993" lvl="2" indent="0" fontAlgn="base">
              <a:buNone/>
            </a:pPr>
            <a:r>
              <a:rPr lang="en-US" altLang="ko-KR" sz="1400" dirty="0"/>
              <a:t>else </a:t>
            </a:r>
            <a:r>
              <a:rPr lang="ko-KR" altLang="en-US" sz="1400" b="1" dirty="0">
                <a:solidFill>
                  <a:srgbClr val="C00000"/>
                </a:solidFill>
              </a:rPr>
              <a:t>유턴</a:t>
            </a:r>
            <a:r>
              <a:rPr lang="en-US" altLang="ko-KR" sz="1400" b="1" dirty="0">
                <a:solidFill>
                  <a:srgbClr val="C00000"/>
                </a:solidFill>
              </a:rPr>
              <a:t>();</a:t>
            </a:r>
          </a:p>
          <a:p>
            <a:pPr marL="134997" lvl="1" indent="0" fontAlgn="base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4B2B4-83D3-4F20-BB3C-F645B6714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C5D773-BBF2-4E58-84AD-5738C70BAC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08173D8-C798-41C8-B132-5D7BF4A0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1-1: </a:t>
            </a:r>
            <a:r>
              <a:rPr lang="ko" altLang="en-US" dirty="0"/>
              <a:t>왼손짚기</a:t>
            </a:r>
            <a:r>
              <a:rPr lang="en-US" altLang="ko" dirty="0"/>
              <a:t>(Left-First-Search, LFS)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748FB2-B01E-419F-8B17-8530432041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08727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DA0EE-8EB7-F7F5-B74B-F74AFDBE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D5788BD-DAD9-54A6-BEF9-0130FB606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1400" dirty="0"/>
              <a:t>구간 주행 중 표시된 구간에 임시 </a:t>
            </a:r>
            <a:r>
              <a:rPr lang="ko-KR" altLang="en-US" sz="1400" dirty="0" err="1"/>
              <a:t>암막</a:t>
            </a:r>
            <a:r>
              <a:rPr lang="ko-KR" altLang="en-US" sz="1400" dirty="0"/>
              <a:t> 설치 예정</a:t>
            </a:r>
            <a:endParaRPr lang="en-US" altLang="ko-KR" sz="1400" dirty="0"/>
          </a:p>
          <a:p>
            <a:pPr fontAlgn="base"/>
            <a:r>
              <a:rPr lang="ko-KR" altLang="en-US" sz="1400"/>
              <a:t>암막 아래로 들어가면 차량 일시 정지</a:t>
            </a:r>
            <a:endParaRPr lang="en-US" altLang="ko-KR" sz="1400"/>
          </a:p>
          <a:p>
            <a:pPr fontAlgn="base"/>
            <a:r>
              <a:rPr lang="ko-KR" altLang="en-US" sz="1400"/>
              <a:t>암막은 차량을 모두 덮을 만큼의 크기 </a:t>
            </a:r>
            <a:endParaRPr lang="en-US" altLang="ko-KR" sz="1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F0F57D-3692-9BC3-C0DE-77B03FBD11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D954AA-665C-EC5C-4174-BC06CACE41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450FE04-5743-2EC6-C869-EE50F418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1-2: </a:t>
            </a:r>
            <a:r>
              <a:rPr lang="ko-KR" altLang="en-US" dirty="0"/>
              <a:t>조도 센서 사용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BC03F-CCAA-10B2-7742-1060B656C8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7</a:t>
            </a:fld>
            <a:endParaRPr lang="ko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8C55112-D8B5-05E0-10D2-D8A3E503E523}"/>
              </a:ext>
            </a:extLst>
          </p:cNvPr>
          <p:cNvGrpSpPr/>
          <p:nvPr/>
        </p:nvGrpSpPr>
        <p:grpSpPr>
          <a:xfrm>
            <a:off x="2777316" y="1969426"/>
            <a:ext cx="4157220" cy="2413262"/>
            <a:chOff x="3333710" y="1630867"/>
            <a:chExt cx="4157220" cy="2413262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A2D77BB-B372-2BE6-9545-323D65EFB55D}"/>
                </a:ext>
              </a:extLst>
            </p:cNvPr>
            <p:cNvSpPr/>
            <p:nvPr/>
          </p:nvSpPr>
          <p:spPr>
            <a:xfrm>
              <a:off x="3333710" y="1630867"/>
              <a:ext cx="4157220" cy="241326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ore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17B0F8C-4D0E-EFE1-3E0A-42D929C1324E}"/>
                </a:ext>
              </a:extLst>
            </p:cNvPr>
            <p:cNvSpPr/>
            <p:nvPr/>
          </p:nvSpPr>
          <p:spPr>
            <a:xfrm>
              <a:off x="5739537" y="3650878"/>
              <a:ext cx="1398494" cy="15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D2A9765-F9B4-6EE0-3CBC-6FE4C73E3AA4}"/>
                </a:ext>
              </a:extLst>
            </p:cNvPr>
            <p:cNvSpPr/>
            <p:nvPr/>
          </p:nvSpPr>
          <p:spPr>
            <a:xfrm rot="5400000">
              <a:off x="6104582" y="2644324"/>
              <a:ext cx="1905533" cy="1613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CB555F9-EDD5-3079-F7A8-8FED779C4253}"/>
                </a:ext>
              </a:extLst>
            </p:cNvPr>
            <p:cNvSpPr/>
            <p:nvPr/>
          </p:nvSpPr>
          <p:spPr>
            <a:xfrm>
              <a:off x="6737980" y="2024116"/>
              <a:ext cx="638735" cy="33377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임시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암막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D24FFD2-6B56-F5A4-A1CC-5229A1907FBB}"/>
                </a:ext>
              </a:extLst>
            </p:cNvPr>
            <p:cNvSpPr/>
            <p:nvPr/>
          </p:nvSpPr>
          <p:spPr>
            <a:xfrm>
              <a:off x="6183983" y="3007065"/>
              <a:ext cx="792683" cy="15464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215D0CE-AB1A-7F58-76F7-CCB0669A1636}"/>
                </a:ext>
              </a:extLst>
            </p:cNvPr>
            <p:cNvSpPr/>
            <p:nvPr/>
          </p:nvSpPr>
          <p:spPr>
            <a:xfrm>
              <a:off x="5739537" y="3007065"/>
              <a:ext cx="444445" cy="154640"/>
            </a:xfrm>
            <a:prstGeom prst="rect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Start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D2A630A-5546-7ABA-C3E1-6AEC94C07861}"/>
                </a:ext>
              </a:extLst>
            </p:cNvPr>
            <p:cNvSpPr/>
            <p:nvPr/>
          </p:nvSpPr>
          <p:spPr>
            <a:xfrm>
              <a:off x="3442829" y="3007065"/>
              <a:ext cx="2296708" cy="1546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                          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21C9138-E7C9-0FB2-D440-8C5A652EED6B}"/>
                </a:ext>
              </a:extLst>
            </p:cNvPr>
            <p:cNvSpPr/>
            <p:nvPr/>
          </p:nvSpPr>
          <p:spPr>
            <a:xfrm rot="5400000">
              <a:off x="3931849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8A75251-DCAA-F113-092A-E6D58661ED40}"/>
                </a:ext>
              </a:extLst>
            </p:cNvPr>
            <p:cNvSpPr/>
            <p:nvPr/>
          </p:nvSpPr>
          <p:spPr>
            <a:xfrm rot="10800000">
              <a:off x="3425074" y="2277320"/>
              <a:ext cx="2314461" cy="1736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7A772F1-E05A-DAA2-F8C2-C2CEA15855F3}"/>
                </a:ext>
              </a:extLst>
            </p:cNvPr>
            <p:cNvSpPr/>
            <p:nvPr/>
          </p:nvSpPr>
          <p:spPr>
            <a:xfrm rot="5400000">
              <a:off x="3177144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4A13E2-089A-C53D-6E88-7B1D66E2733A}"/>
              </a:ext>
            </a:extLst>
          </p:cNvPr>
          <p:cNvSpPr/>
          <p:nvPr/>
        </p:nvSpPr>
        <p:spPr>
          <a:xfrm>
            <a:off x="6050262" y="2224726"/>
            <a:ext cx="901381" cy="5560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27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2"/>
            <a:ext cx="4005355" cy="3971208"/>
          </a:xfrm>
        </p:spPr>
        <p:txBody>
          <a:bodyPr>
            <a:normAutofit/>
          </a:bodyPr>
          <a:lstStyle/>
          <a:p>
            <a:r>
              <a:rPr lang="ko-KR" altLang="en-US" b="1" dirty="0"/>
              <a:t>목표 동작</a:t>
            </a:r>
            <a:endParaRPr lang="en-US" altLang="ko-KR" b="1" dirty="0"/>
          </a:p>
          <a:p>
            <a:pPr lvl="1"/>
            <a:r>
              <a:rPr lang="en-US" altLang="ko-KR" dirty="0"/>
              <a:t>Start </a:t>
            </a:r>
            <a:r>
              <a:rPr lang="ko-KR" altLang="en-US" dirty="0"/>
              <a:t>지점에서 시작하여</a:t>
            </a:r>
            <a:r>
              <a:rPr lang="en-US" altLang="ko-KR" dirty="0"/>
              <a:t> </a:t>
            </a:r>
            <a:r>
              <a:rPr lang="ko-KR" altLang="en-US" b="1" dirty="0"/>
              <a:t>라인 트레이서</a:t>
            </a:r>
            <a:r>
              <a:rPr lang="ko-KR" altLang="en-US" dirty="0"/>
              <a:t>를 활용한 </a:t>
            </a:r>
            <a:r>
              <a:rPr lang="en-US" altLang="ko-KR" dirty="0"/>
              <a:t>LFS </a:t>
            </a:r>
            <a:r>
              <a:rPr lang="ko-KR" altLang="en-US" dirty="0"/>
              <a:t>주행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평가항목</a:t>
            </a:r>
            <a:endParaRPr lang="en-US" altLang="ko-KR" b="1" dirty="0"/>
          </a:p>
          <a:p>
            <a:pPr lvl="1"/>
            <a:r>
              <a:rPr lang="ko-KR" altLang="en-US" dirty="0"/>
              <a:t>조도 센서를 통해 </a:t>
            </a:r>
            <a:r>
              <a:rPr lang="ko-KR" altLang="en-US" dirty="0" err="1"/>
              <a:t>암막에서</a:t>
            </a:r>
            <a:r>
              <a:rPr lang="ko-KR" altLang="en-US" dirty="0"/>
              <a:t> 일시 정지 </a:t>
            </a:r>
            <a:endParaRPr lang="en-US" altLang="ko-KR" dirty="0"/>
          </a:p>
          <a:p>
            <a:pPr lvl="1"/>
            <a:r>
              <a:rPr lang="ko-KR" altLang="en-US" dirty="0"/>
              <a:t>라인트레이싱 주행 </a:t>
            </a:r>
            <a:endParaRPr lang="en-US" altLang="ko-KR" dirty="0"/>
          </a:p>
          <a:p>
            <a:pPr lvl="2"/>
            <a:r>
              <a:rPr lang="ko-KR" altLang="en-US" dirty="0"/>
              <a:t>교차로에서 올바른 동작마다 점수 부여</a:t>
            </a:r>
            <a:endParaRPr lang="en-US" altLang="ko-KR" dirty="0"/>
          </a:p>
          <a:p>
            <a:pPr lvl="2"/>
            <a:r>
              <a:rPr lang="en-US" altLang="ko-KR" dirty="0"/>
              <a:t>LFS</a:t>
            </a:r>
            <a:r>
              <a:rPr lang="ko-KR" altLang="en-US" dirty="0"/>
              <a:t>에 위배되는 주행 시 그 </a:t>
            </a:r>
            <a:r>
              <a:rPr lang="ko-KR" altLang="en-US" dirty="0" err="1"/>
              <a:t>전까지만</a:t>
            </a:r>
            <a:r>
              <a:rPr lang="ko-KR" altLang="en-US" dirty="0"/>
              <a:t> 점수 인정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구간 </a:t>
            </a:r>
            <a:r>
              <a:rPr lang="en-US" altLang="ko-KR" dirty="0"/>
              <a:t>1,2’ </a:t>
            </a:r>
            <a:r>
              <a:rPr lang="ko-KR" altLang="en-US" dirty="0"/>
              <a:t>로 돌아오면 </a:t>
            </a:r>
            <a:r>
              <a:rPr lang="ko-KR" altLang="en-US" b="1" dirty="0"/>
              <a:t>구간 </a:t>
            </a:r>
            <a:r>
              <a:rPr lang="en-US" altLang="ko-KR" b="1" dirty="0"/>
              <a:t>2</a:t>
            </a:r>
            <a:r>
              <a:rPr lang="ko-KR" altLang="en-US" dirty="0"/>
              <a:t>로 진입한 것</a:t>
            </a:r>
            <a:endParaRPr lang="en-US" altLang="ko-KR" dirty="0"/>
          </a:p>
          <a:p>
            <a:r>
              <a:rPr lang="ko-KR" altLang="en-US" dirty="0"/>
              <a:t>순수 라인 트레이서만 이용하여 주행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8</a:t>
            </a:fld>
            <a:endParaRPr lang="ko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8C55112-D8B5-05E0-10D2-D8A3E503E523}"/>
              </a:ext>
            </a:extLst>
          </p:cNvPr>
          <p:cNvGrpSpPr/>
          <p:nvPr/>
        </p:nvGrpSpPr>
        <p:grpSpPr>
          <a:xfrm>
            <a:off x="4688666" y="1220126"/>
            <a:ext cx="4157220" cy="2413262"/>
            <a:chOff x="3333710" y="1630867"/>
            <a:chExt cx="4157220" cy="241326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A2D77BB-B372-2BE6-9545-323D65EFB55D}"/>
                </a:ext>
              </a:extLst>
            </p:cNvPr>
            <p:cNvSpPr/>
            <p:nvPr/>
          </p:nvSpPr>
          <p:spPr>
            <a:xfrm>
              <a:off x="3333710" y="1630867"/>
              <a:ext cx="4157220" cy="241326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ore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17B0F8C-4D0E-EFE1-3E0A-42D929C1324E}"/>
                </a:ext>
              </a:extLst>
            </p:cNvPr>
            <p:cNvSpPr/>
            <p:nvPr/>
          </p:nvSpPr>
          <p:spPr>
            <a:xfrm>
              <a:off x="5739537" y="3650878"/>
              <a:ext cx="1398494" cy="15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D2A9765-F9B4-6EE0-3CBC-6FE4C73E3AA4}"/>
                </a:ext>
              </a:extLst>
            </p:cNvPr>
            <p:cNvSpPr/>
            <p:nvPr/>
          </p:nvSpPr>
          <p:spPr>
            <a:xfrm rot="5400000">
              <a:off x="6104582" y="2644324"/>
              <a:ext cx="1905533" cy="1613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CB555F9-EDD5-3079-F7A8-8FED779C4253}"/>
                </a:ext>
              </a:extLst>
            </p:cNvPr>
            <p:cNvSpPr/>
            <p:nvPr/>
          </p:nvSpPr>
          <p:spPr>
            <a:xfrm>
              <a:off x="6737980" y="2024116"/>
              <a:ext cx="638735" cy="33377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임시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암막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D24FFD2-6B56-F5A4-A1CC-5229A1907FBB}"/>
                </a:ext>
              </a:extLst>
            </p:cNvPr>
            <p:cNvSpPr/>
            <p:nvPr/>
          </p:nvSpPr>
          <p:spPr>
            <a:xfrm>
              <a:off x="6183983" y="3007065"/>
              <a:ext cx="792683" cy="15464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215D0CE-AB1A-7F58-76F7-CCB0669A1636}"/>
                </a:ext>
              </a:extLst>
            </p:cNvPr>
            <p:cNvSpPr/>
            <p:nvPr/>
          </p:nvSpPr>
          <p:spPr>
            <a:xfrm>
              <a:off x="5739537" y="3007065"/>
              <a:ext cx="444445" cy="154640"/>
            </a:xfrm>
            <a:prstGeom prst="rect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Start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D2A630A-5546-7ABA-C3E1-6AEC94C07861}"/>
                </a:ext>
              </a:extLst>
            </p:cNvPr>
            <p:cNvSpPr/>
            <p:nvPr/>
          </p:nvSpPr>
          <p:spPr>
            <a:xfrm>
              <a:off x="3442829" y="3007065"/>
              <a:ext cx="2296708" cy="1546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                          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21C9138-E7C9-0FB2-D440-8C5A652EED6B}"/>
                </a:ext>
              </a:extLst>
            </p:cNvPr>
            <p:cNvSpPr/>
            <p:nvPr/>
          </p:nvSpPr>
          <p:spPr>
            <a:xfrm rot="5400000">
              <a:off x="3931849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8A75251-DCAA-F113-092A-E6D58661ED40}"/>
                </a:ext>
              </a:extLst>
            </p:cNvPr>
            <p:cNvSpPr/>
            <p:nvPr/>
          </p:nvSpPr>
          <p:spPr>
            <a:xfrm rot="10800000">
              <a:off x="3425074" y="2277320"/>
              <a:ext cx="2314461" cy="1736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7A772F1-E05A-DAA2-F8C2-C2CEA15855F3}"/>
                </a:ext>
              </a:extLst>
            </p:cNvPr>
            <p:cNvSpPr/>
            <p:nvPr/>
          </p:nvSpPr>
          <p:spPr>
            <a:xfrm rot="5400000">
              <a:off x="3177144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60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98C55112-D8B5-05E0-10D2-D8A3E503E523}"/>
              </a:ext>
            </a:extLst>
          </p:cNvPr>
          <p:cNvGrpSpPr/>
          <p:nvPr/>
        </p:nvGrpSpPr>
        <p:grpSpPr>
          <a:xfrm>
            <a:off x="4899844" y="1107155"/>
            <a:ext cx="4113302" cy="2632996"/>
            <a:chOff x="3333710" y="1630867"/>
            <a:chExt cx="4157220" cy="241326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A2D77BB-B372-2BE6-9545-323D65EFB55D}"/>
                </a:ext>
              </a:extLst>
            </p:cNvPr>
            <p:cNvSpPr/>
            <p:nvPr/>
          </p:nvSpPr>
          <p:spPr>
            <a:xfrm>
              <a:off x="3333710" y="1630867"/>
              <a:ext cx="4157220" cy="241326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ore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17B0F8C-4D0E-EFE1-3E0A-42D929C1324E}"/>
                </a:ext>
              </a:extLst>
            </p:cNvPr>
            <p:cNvSpPr/>
            <p:nvPr/>
          </p:nvSpPr>
          <p:spPr>
            <a:xfrm>
              <a:off x="5739537" y="3650878"/>
              <a:ext cx="1398494" cy="15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D2A9765-F9B4-6EE0-3CBC-6FE4C73E3AA4}"/>
                </a:ext>
              </a:extLst>
            </p:cNvPr>
            <p:cNvSpPr/>
            <p:nvPr/>
          </p:nvSpPr>
          <p:spPr>
            <a:xfrm rot="5400000">
              <a:off x="6104582" y="2644324"/>
              <a:ext cx="1905533" cy="1613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CB555F9-EDD5-3079-F7A8-8FED779C4253}"/>
                </a:ext>
              </a:extLst>
            </p:cNvPr>
            <p:cNvSpPr/>
            <p:nvPr/>
          </p:nvSpPr>
          <p:spPr>
            <a:xfrm>
              <a:off x="6737980" y="2024116"/>
              <a:ext cx="638735" cy="33377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임시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암막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24FFD2-6B56-F5A4-A1CC-5229A1907FBB}"/>
                </a:ext>
              </a:extLst>
            </p:cNvPr>
            <p:cNvSpPr/>
            <p:nvPr/>
          </p:nvSpPr>
          <p:spPr>
            <a:xfrm>
              <a:off x="6183983" y="3007065"/>
              <a:ext cx="792683" cy="15464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215D0CE-AB1A-7F58-76F7-CCB0669A1636}"/>
                </a:ext>
              </a:extLst>
            </p:cNvPr>
            <p:cNvSpPr/>
            <p:nvPr/>
          </p:nvSpPr>
          <p:spPr>
            <a:xfrm>
              <a:off x="5739537" y="3007065"/>
              <a:ext cx="444445" cy="154640"/>
            </a:xfrm>
            <a:prstGeom prst="rect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Start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D2A630A-5546-7ABA-C3E1-6AEC94C07861}"/>
                </a:ext>
              </a:extLst>
            </p:cNvPr>
            <p:cNvSpPr/>
            <p:nvPr/>
          </p:nvSpPr>
          <p:spPr>
            <a:xfrm>
              <a:off x="3442829" y="3007065"/>
              <a:ext cx="2296708" cy="1546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                          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21C9138-E7C9-0FB2-D440-8C5A652EED6B}"/>
                </a:ext>
              </a:extLst>
            </p:cNvPr>
            <p:cNvSpPr/>
            <p:nvPr/>
          </p:nvSpPr>
          <p:spPr>
            <a:xfrm rot="5400000">
              <a:off x="3931849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8A75251-DCAA-F113-092A-E6D58661ED40}"/>
                </a:ext>
              </a:extLst>
            </p:cNvPr>
            <p:cNvSpPr/>
            <p:nvPr/>
          </p:nvSpPr>
          <p:spPr>
            <a:xfrm rot="10800000">
              <a:off x="3425074" y="2277320"/>
              <a:ext cx="2314461" cy="1736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7A772F1-E05A-DAA2-F8C2-C2CEA15855F3}"/>
                </a:ext>
              </a:extLst>
            </p:cNvPr>
            <p:cNvSpPr/>
            <p:nvPr/>
          </p:nvSpPr>
          <p:spPr>
            <a:xfrm rot="5400000">
              <a:off x="3177144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2"/>
            <a:ext cx="4157220" cy="3971208"/>
          </a:xfrm>
        </p:spPr>
        <p:txBody>
          <a:bodyPr>
            <a:normAutofit/>
          </a:bodyPr>
          <a:lstStyle/>
          <a:p>
            <a:r>
              <a:rPr lang="ko-KR" altLang="en-US" b="1" dirty="0"/>
              <a:t>임시 </a:t>
            </a:r>
            <a:r>
              <a:rPr lang="ko-KR" altLang="en-US" b="1" dirty="0" err="1"/>
              <a:t>암막</a:t>
            </a:r>
            <a:r>
              <a:rPr lang="ko-KR" altLang="en-US" b="1" dirty="0"/>
              <a:t> 때 정지하지 않는 경우</a:t>
            </a:r>
            <a:endParaRPr lang="en-US" altLang="ko-KR" b="1" dirty="0"/>
          </a:p>
          <a:p>
            <a:pPr lvl="1"/>
            <a:r>
              <a:rPr lang="ko-KR" altLang="en-US" dirty="0" err="1"/>
              <a:t>암막</a:t>
            </a:r>
            <a:r>
              <a:rPr lang="ko-KR" altLang="en-US" dirty="0"/>
              <a:t> 점수는 받지 못하지만 기회를 소모하지 않고 진행 가능</a:t>
            </a:r>
            <a:endParaRPr lang="en-US" altLang="ko-KR" dirty="0"/>
          </a:p>
          <a:p>
            <a:r>
              <a:rPr lang="ko-KR" altLang="en-US" b="1" dirty="0"/>
              <a:t>임시 암막에서 정지하고 출발하지 않는 경우</a:t>
            </a:r>
            <a:endParaRPr lang="en-US" altLang="ko-KR" dirty="0"/>
          </a:p>
          <a:p>
            <a:pPr lvl="1"/>
            <a:r>
              <a:rPr lang="ko-KR" altLang="en-US" dirty="0"/>
              <a:t>기회를 </a:t>
            </a:r>
            <a:r>
              <a:rPr lang="en-US" altLang="ko-KR" dirty="0"/>
              <a:t>1</a:t>
            </a:r>
            <a:r>
              <a:rPr lang="ko-KR" altLang="en-US" dirty="0"/>
              <a:t>회 소모하게 됨</a:t>
            </a:r>
            <a:endParaRPr lang="en-US" altLang="ko-KR" dirty="0"/>
          </a:p>
          <a:p>
            <a:pPr lvl="1"/>
            <a:r>
              <a:rPr lang="ko-KR" altLang="en-US" dirty="0"/>
              <a:t>처음에 </a:t>
            </a:r>
            <a:r>
              <a:rPr lang="ko-KR" altLang="en-US" dirty="0" err="1"/>
              <a:t>암막을</a:t>
            </a:r>
            <a:r>
              <a:rPr lang="ko-KR" altLang="en-US" dirty="0"/>
              <a:t> 제거하고 시작 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라인 </a:t>
            </a:r>
            <a:r>
              <a:rPr lang="ko-KR" altLang="en-US" dirty="0" err="1"/>
              <a:t>트레이싱</a:t>
            </a:r>
            <a:r>
              <a:rPr lang="ko-KR" altLang="en-US" dirty="0"/>
              <a:t> 중간에 정지할 경우</a:t>
            </a:r>
            <a:endParaRPr lang="en-US" altLang="ko-KR" dirty="0"/>
          </a:p>
          <a:p>
            <a:pPr lvl="2"/>
            <a:r>
              <a:rPr lang="ko-KR" altLang="en-US" dirty="0"/>
              <a:t>멈춘 구역에 따라서 점수 부여</a:t>
            </a:r>
            <a:r>
              <a:rPr lang="en-US" altLang="ko-KR" dirty="0"/>
              <a:t>(</a:t>
            </a:r>
            <a:r>
              <a:rPr lang="ko-KR" altLang="en-US" dirty="0"/>
              <a:t>번호가 점수를 의미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sz="1600" dirty="0"/>
              <a:t>⑦ 까지 오면 점수 모두 획득</a:t>
            </a:r>
          </a:p>
          <a:p>
            <a:pPr lvl="2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9</a:t>
            </a:fld>
            <a:endParaRPr lang="ko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52491-1AD4-4294-9EB2-D02B52DC70BB}"/>
              </a:ext>
            </a:extLst>
          </p:cNvPr>
          <p:cNvSpPr txBox="1"/>
          <p:nvPr/>
        </p:nvSpPr>
        <p:spPr>
          <a:xfrm>
            <a:off x="7916295" y="22664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6F14FA-3426-4E21-B5DB-28902041870D}"/>
              </a:ext>
            </a:extLst>
          </p:cNvPr>
          <p:cNvSpPr txBox="1"/>
          <p:nvPr/>
        </p:nvSpPr>
        <p:spPr>
          <a:xfrm>
            <a:off x="8119256" y="12695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②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7678AB-40BC-463B-A9CB-729BFB0E7201}"/>
              </a:ext>
            </a:extLst>
          </p:cNvPr>
          <p:cNvSpPr txBox="1"/>
          <p:nvPr/>
        </p:nvSpPr>
        <p:spPr>
          <a:xfrm>
            <a:off x="8688043" y="206633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418EF2-23B8-4DDF-9BC0-A98232C3222C}"/>
              </a:ext>
            </a:extLst>
          </p:cNvPr>
          <p:cNvSpPr txBox="1"/>
          <p:nvPr/>
        </p:nvSpPr>
        <p:spPr>
          <a:xfrm>
            <a:off x="8693331" y="294311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④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DD1520-6577-43F2-88F1-933204035BC3}"/>
              </a:ext>
            </a:extLst>
          </p:cNvPr>
          <p:cNvSpPr txBox="1"/>
          <p:nvPr/>
        </p:nvSpPr>
        <p:spPr>
          <a:xfrm>
            <a:off x="7791214" y="353235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47622A-6ED8-4FC3-8AC7-FFAB814D00AF}"/>
              </a:ext>
            </a:extLst>
          </p:cNvPr>
          <p:cNvSpPr txBox="1"/>
          <p:nvPr/>
        </p:nvSpPr>
        <p:spPr>
          <a:xfrm>
            <a:off x="8145540" y="29822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9B1424-A453-48AD-8892-0B86EF221C31}"/>
              </a:ext>
            </a:extLst>
          </p:cNvPr>
          <p:cNvSpPr txBox="1"/>
          <p:nvPr/>
        </p:nvSpPr>
        <p:spPr>
          <a:xfrm>
            <a:off x="7944882" y="277761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⑦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587AF5A-7033-46C9-AC21-2E003BA048A6}"/>
              </a:ext>
            </a:extLst>
          </p:cNvPr>
          <p:cNvCxnSpPr>
            <a:cxnSpLocks/>
          </p:cNvCxnSpPr>
          <p:nvPr/>
        </p:nvCxnSpPr>
        <p:spPr>
          <a:xfrm>
            <a:off x="7261753" y="3581400"/>
            <a:ext cx="1398494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58ABEC1-7B74-4183-A4FA-003918418F0E}"/>
              </a:ext>
            </a:extLst>
          </p:cNvPr>
          <p:cNvCxnSpPr>
            <a:cxnSpLocks/>
          </p:cNvCxnSpPr>
          <p:nvPr/>
        </p:nvCxnSpPr>
        <p:spPr>
          <a:xfrm>
            <a:off x="7706198" y="2828966"/>
            <a:ext cx="704377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E5542E0-7DD7-4CD9-92AF-A27D0FF12849}"/>
              </a:ext>
            </a:extLst>
          </p:cNvPr>
          <p:cNvCxnSpPr>
            <a:cxnSpLocks/>
          </p:cNvCxnSpPr>
          <p:nvPr/>
        </p:nvCxnSpPr>
        <p:spPr>
          <a:xfrm>
            <a:off x="7706198" y="2562266"/>
            <a:ext cx="701996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2D7D728-DDC2-42A0-B9B2-6EF7BD582500}"/>
              </a:ext>
            </a:extLst>
          </p:cNvPr>
          <p:cNvCxnSpPr>
            <a:cxnSpLocks/>
          </p:cNvCxnSpPr>
          <p:nvPr/>
        </p:nvCxnSpPr>
        <p:spPr>
          <a:xfrm>
            <a:off x="7261753" y="3281363"/>
            <a:ext cx="12059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845301C-C642-4690-A94A-21FC0B74183D}"/>
              </a:ext>
            </a:extLst>
          </p:cNvPr>
          <p:cNvCxnSpPr>
            <a:cxnSpLocks/>
          </p:cNvCxnSpPr>
          <p:nvPr/>
        </p:nvCxnSpPr>
        <p:spPr>
          <a:xfrm flipV="1">
            <a:off x="8741345" y="1485005"/>
            <a:ext cx="0" cy="991495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C4CF976-4A4D-4B55-9676-6CE9941F9B26}"/>
              </a:ext>
            </a:extLst>
          </p:cNvPr>
          <p:cNvCxnSpPr>
            <a:cxnSpLocks/>
          </p:cNvCxnSpPr>
          <p:nvPr/>
        </p:nvCxnSpPr>
        <p:spPr>
          <a:xfrm flipV="1">
            <a:off x="8462598" y="2848951"/>
            <a:ext cx="0" cy="45229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85AF0AD-FCAE-4A0D-A924-657103A922E4}"/>
              </a:ext>
            </a:extLst>
          </p:cNvPr>
          <p:cNvCxnSpPr>
            <a:cxnSpLocks/>
          </p:cNvCxnSpPr>
          <p:nvPr/>
        </p:nvCxnSpPr>
        <p:spPr>
          <a:xfrm flipV="1">
            <a:off x="8741345" y="2684051"/>
            <a:ext cx="0" cy="825912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ECA9BF0-DB6A-42EC-BD87-EABDC0C58E84}"/>
              </a:ext>
            </a:extLst>
          </p:cNvPr>
          <p:cNvCxnSpPr>
            <a:cxnSpLocks/>
          </p:cNvCxnSpPr>
          <p:nvPr/>
        </p:nvCxnSpPr>
        <p:spPr>
          <a:xfrm flipV="1">
            <a:off x="8447293" y="1485005"/>
            <a:ext cx="0" cy="991495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0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2"/>
            <a:ext cx="3875815" cy="3937004"/>
          </a:xfrm>
        </p:spPr>
        <p:txBody>
          <a:bodyPr>
            <a:normAutofit/>
          </a:bodyPr>
          <a:lstStyle/>
          <a:p>
            <a:r>
              <a:rPr lang="ko-KR" altLang="en-US" b="1" dirty="0"/>
              <a:t>목표 동작</a:t>
            </a:r>
            <a:endParaRPr lang="en-US" altLang="ko-KR" b="1" dirty="0"/>
          </a:p>
          <a:p>
            <a:pPr lvl="1"/>
            <a:r>
              <a:rPr lang="en-US" altLang="ko-KR" dirty="0"/>
              <a:t>Start </a:t>
            </a:r>
            <a:r>
              <a:rPr lang="ko-KR" altLang="en-US" dirty="0"/>
              <a:t>에서 출발 혹은 구간 </a:t>
            </a:r>
            <a:r>
              <a:rPr lang="en-US" altLang="ko-KR" dirty="0"/>
              <a:t>1</a:t>
            </a:r>
            <a:r>
              <a:rPr lang="ko-KR" altLang="en-US" dirty="0"/>
              <a:t>에서 이어서 주행</a:t>
            </a:r>
            <a:endParaRPr lang="en-US" altLang="ko-KR" dirty="0"/>
          </a:p>
          <a:p>
            <a:pPr lvl="1"/>
            <a:r>
              <a:rPr lang="ko-KR" altLang="en-US" b="1" dirty="0"/>
              <a:t>블루투스</a:t>
            </a:r>
            <a:r>
              <a:rPr lang="ko-KR" altLang="en-US" dirty="0"/>
              <a:t>로 </a:t>
            </a:r>
            <a:r>
              <a:rPr lang="en-US" altLang="ko-KR" dirty="0"/>
              <a:t>‘stop’ </a:t>
            </a:r>
            <a:r>
              <a:rPr lang="ko-KR" altLang="en-US" dirty="0"/>
              <a:t>전송 시 차량 정지 </a:t>
            </a:r>
            <a:endParaRPr lang="en-US" altLang="ko-KR" dirty="0"/>
          </a:p>
          <a:p>
            <a:pPr lvl="1"/>
            <a:r>
              <a:rPr lang="ko-KR" altLang="en-US" b="1" dirty="0"/>
              <a:t>블루투스</a:t>
            </a:r>
            <a:r>
              <a:rPr lang="ko-KR" altLang="en-US" dirty="0"/>
              <a:t>로 </a:t>
            </a:r>
            <a:r>
              <a:rPr lang="en-US" altLang="ko-KR" dirty="0"/>
              <a:t>‘start’ </a:t>
            </a:r>
            <a:r>
              <a:rPr lang="ko-KR" altLang="en-US" dirty="0"/>
              <a:t>전송 시 </a:t>
            </a:r>
            <a:r>
              <a:rPr lang="en-US" altLang="ko-KR" b="1" dirty="0"/>
              <a:t>LED</a:t>
            </a:r>
            <a:r>
              <a:rPr lang="en-US" altLang="ko-KR" dirty="0"/>
              <a:t> </a:t>
            </a:r>
            <a:r>
              <a:rPr lang="ko-KR" altLang="en-US" dirty="0"/>
              <a:t>소등 </a:t>
            </a:r>
            <a:r>
              <a:rPr lang="en-US" altLang="ko-KR" dirty="0"/>
              <a:t>&amp; </a:t>
            </a:r>
            <a:r>
              <a:rPr lang="ko-KR" altLang="en-US" dirty="0" err="1"/>
              <a:t>게임판</a:t>
            </a:r>
            <a:r>
              <a:rPr lang="ko-KR" altLang="en-US" dirty="0"/>
              <a:t> 탐색 모드로 전환 </a:t>
            </a:r>
            <a:r>
              <a:rPr lang="en-US" altLang="ko-KR" dirty="0"/>
              <a:t>&amp; </a:t>
            </a:r>
            <a:r>
              <a:rPr lang="ko-KR" altLang="en-US" dirty="0"/>
              <a:t>주행 재개</a:t>
            </a:r>
            <a:endParaRPr lang="en-US" altLang="ko-KR" dirty="0"/>
          </a:p>
          <a:p>
            <a:pPr marL="134996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주행 재개하여 </a:t>
            </a:r>
            <a:r>
              <a:rPr lang="ko-KR" altLang="en-US" b="1" dirty="0">
                <a:sym typeface="Wingdings" panose="05000000000000000000" pitchFamily="2" charset="2"/>
              </a:rPr>
              <a:t>구간 </a:t>
            </a:r>
            <a:r>
              <a:rPr lang="en-US" altLang="ko-KR" b="1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으로 진입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b="1" dirty="0"/>
              <a:t>평가항목 </a:t>
            </a:r>
            <a:endParaRPr lang="en-US" altLang="ko-KR" b="1" dirty="0"/>
          </a:p>
          <a:p>
            <a:pPr lvl="1"/>
            <a:r>
              <a:rPr lang="en-US" altLang="ko-KR" dirty="0"/>
              <a:t>‘stop’ </a:t>
            </a:r>
            <a:r>
              <a:rPr lang="ko-KR" altLang="en-US" dirty="0"/>
              <a:t>전송 시</a:t>
            </a:r>
            <a:endParaRPr lang="en-US" altLang="ko-KR" dirty="0"/>
          </a:p>
          <a:p>
            <a:pPr lvl="2"/>
            <a:r>
              <a:rPr lang="ko-KR" altLang="en-US" dirty="0"/>
              <a:t>차량 정지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‘start’ </a:t>
            </a:r>
            <a:r>
              <a:rPr lang="ko-KR" altLang="en-US" dirty="0"/>
              <a:t>전송 시</a:t>
            </a:r>
            <a:endParaRPr lang="en-US" altLang="ko-KR" dirty="0"/>
          </a:p>
          <a:p>
            <a:pPr lvl="2"/>
            <a:r>
              <a:rPr lang="ko-KR" altLang="en-US" dirty="0"/>
              <a:t>주행 재개 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10</a:t>
            </a:fld>
            <a:endParaRPr lang="ko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8C55112-D8B5-05E0-10D2-D8A3E503E523}"/>
              </a:ext>
            </a:extLst>
          </p:cNvPr>
          <p:cNvGrpSpPr/>
          <p:nvPr/>
        </p:nvGrpSpPr>
        <p:grpSpPr>
          <a:xfrm>
            <a:off x="4764866" y="1125738"/>
            <a:ext cx="4157220" cy="2413262"/>
            <a:chOff x="3333710" y="1630867"/>
            <a:chExt cx="4157220" cy="24132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A2D77BB-B372-2BE6-9545-323D65EFB55D}"/>
                </a:ext>
              </a:extLst>
            </p:cNvPr>
            <p:cNvSpPr/>
            <p:nvPr/>
          </p:nvSpPr>
          <p:spPr>
            <a:xfrm>
              <a:off x="3333710" y="1630867"/>
              <a:ext cx="4157220" cy="241326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ore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17B0F8C-4D0E-EFE1-3E0A-42D929C1324E}"/>
                </a:ext>
              </a:extLst>
            </p:cNvPr>
            <p:cNvSpPr/>
            <p:nvPr/>
          </p:nvSpPr>
          <p:spPr>
            <a:xfrm>
              <a:off x="5739537" y="3650878"/>
              <a:ext cx="1398494" cy="15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2A9765-F9B4-6EE0-3CBC-6FE4C73E3AA4}"/>
                </a:ext>
              </a:extLst>
            </p:cNvPr>
            <p:cNvSpPr/>
            <p:nvPr/>
          </p:nvSpPr>
          <p:spPr>
            <a:xfrm rot="5400000">
              <a:off x="6104582" y="2644324"/>
              <a:ext cx="1905533" cy="1613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CB555F9-EDD5-3079-F7A8-8FED779C4253}"/>
                </a:ext>
              </a:extLst>
            </p:cNvPr>
            <p:cNvSpPr/>
            <p:nvPr/>
          </p:nvSpPr>
          <p:spPr>
            <a:xfrm>
              <a:off x="6737980" y="2024116"/>
              <a:ext cx="638735" cy="33377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임시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암막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D24FFD2-6B56-F5A4-A1CC-5229A1907FBB}"/>
                </a:ext>
              </a:extLst>
            </p:cNvPr>
            <p:cNvSpPr/>
            <p:nvPr/>
          </p:nvSpPr>
          <p:spPr>
            <a:xfrm>
              <a:off x="6183983" y="3007065"/>
              <a:ext cx="792683" cy="15464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215D0CE-AB1A-7F58-76F7-CCB0669A1636}"/>
                </a:ext>
              </a:extLst>
            </p:cNvPr>
            <p:cNvSpPr/>
            <p:nvPr/>
          </p:nvSpPr>
          <p:spPr>
            <a:xfrm>
              <a:off x="5739537" y="3007065"/>
              <a:ext cx="444445" cy="154640"/>
            </a:xfrm>
            <a:prstGeom prst="rect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Start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D2A630A-5546-7ABA-C3E1-6AEC94C07861}"/>
                </a:ext>
              </a:extLst>
            </p:cNvPr>
            <p:cNvSpPr/>
            <p:nvPr/>
          </p:nvSpPr>
          <p:spPr>
            <a:xfrm>
              <a:off x="3442829" y="3007065"/>
              <a:ext cx="2296708" cy="1546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                          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21C9138-E7C9-0FB2-D440-8C5A652EED6B}"/>
                </a:ext>
              </a:extLst>
            </p:cNvPr>
            <p:cNvSpPr/>
            <p:nvPr/>
          </p:nvSpPr>
          <p:spPr>
            <a:xfrm rot="5400000">
              <a:off x="3931849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8A75251-DCAA-F113-092A-E6D58661ED40}"/>
                </a:ext>
              </a:extLst>
            </p:cNvPr>
            <p:cNvSpPr/>
            <p:nvPr/>
          </p:nvSpPr>
          <p:spPr>
            <a:xfrm rot="10800000">
              <a:off x="3425074" y="2277320"/>
              <a:ext cx="2314461" cy="1736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7A772F1-E05A-DAA2-F8C2-C2CEA15855F3}"/>
                </a:ext>
              </a:extLst>
            </p:cNvPr>
            <p:cNvSpPr/>
            <p:nvPr/>
          </p:nvSpPr>
          <p:spPr>
            <a:xfrm rot="5400000">
              <a:off x="3177144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14A13E2-089A-C53D-6E88-7B1D66E2733A}"/>
              </a:ext>
            </a:extLst>
          </p:cNvPr>
          <p:cNvSpPr/>
          <p:nvPr/>
        </p:nvSpPr>
        <p:spPr>
          <a:xfrm>
            <a:off x="7557869" y="2406651"/>
            <a:ext cx="901381" cy="317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430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2"/>
            <a:ext cx="3956715" cy="3937004"/>
          </a:xfrm>
        </p:spPr>
        <p:txBody>
          <a:bodyPr>
            <a:normAutofit/>
          </a:bodyPr>
          <a:lstStyle/>
          <a:p>
            <a:r>
              <a:rPr lang="ko-KR" altLang="en-US" b="1" dirty="0"/>
              <a:t>목표 동작</a:t>
            </a:r>
            <a:endParaRPr lang="en-US" altLang="ko-KR" b="1" dirty="0"/>
          </a:p>
          <a:p>
            <a:endParaRPr lang="en-US" altLang="ko-KR" b="1" dirty="0"/>
          </a:p>
          <a:p>
            <a:pPr lvl="1"/>
            <a:r>
              <a:rPr lang="en-US" altLang="ko-KR" dirty="0"/>
              <a:t>Start</a:t>
            </a:r>
            <a:r>
              <a:rPr lang="ko-KR" altLang="en-US" dirty="0"/>
              <a:t>에서 출발 혹은 구간 </a:t>
            </a:r>
            <a:r>
              <a:rPr lang="en-US" altLang="ko-KR" dirty="0"/>
              <a:t>2</a:t>
            </a:r>
            <a:r>
              <a:rPr lang="ko-KR" altLang="en-US" dirty="0"/>
              <a:t>에서 이어서 주행</a:t>
            </a:r>
            <a:endParaRPr lang="en-US" altLang="ko-KR" dirty="0"/>
          </a:p>
          <a:p>
            <a:pPr lvl="1"/>
            <a:r>
              <a:rPr lang="ko-KR" altLang="en-US" dirty="0"/>
              <a:t>게임 말을 찾는 탐지 </a:t>
            </a:r>
            <a:r>
              <a:rPr lang="en-US" altLang="ko-KR" dirty="0"/>
              <a:t>task </a:t>
            </a:r>
            <a:r>
              <a:rPr lang="ko-KR" altLang="en-US" dirty="0"/>
              <a:t>진행 </a:t>
            </a:r>
            <a:r>
              <a:rPr lang="en-US" altLang="ko-KR" dirty="0"/>
              <a:t>(</a:t>
            </a:r>
            <a:r>
              <a:rPr lang="ko-KR" altLang="en-US" dirty="0"/>
              <a:t>다음 슬라이드 참고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 err="1"/>
              <a:t>게임판</a:t>
            </a:r>
            <a:r>
              <a:rPr lang="ko-KR" altLang="en-US" b="1" dirty="0"/>
              <a:t> 탐색 후 </a:t>
            </a:r>
            <a:r>
              <a:rPr lang="ko-KR" altLang="en-US" dirty="0"/>
              <a:t>시작 지점으로 돌아와 </a:t>
            </a:r>
            <a:r>
              <a:rPr lang="en-US" altLang="ko-KR" b="1" dirty="0"/>
              <a:t>LCD</a:t>
            </a:r>
            <a:r>
              <a:rPr lang="ko-KR" altLang="en-US" dirty="0"/>
              <a:t>에 탐지 결과 출력</a:t>
            </a:r>
            <a:endParaRPr lang="en-US" altLang="ko-KR" dirty="0"/>
          </a:p>
          <a:p>
            <a:pPr lvl="1"/>
            <a:r>
              <a:rPr lang="ko-KR" altLang="en-US" dirty="0"/>
              <a:t>조교가 지정한 위치를 블루투스를 통해 입력</a:t>
            </a:r>
            <a:endParaRPr lang="en-US" altLang="ko-KR" dirty="0"/>
          </a:p>
          <a:p>
            <a:pPr lvl="1"/>
            <a:r>
              <a:rPr lang="ko-KR" altLang="en-US" dirty="0"/>
              <a:t>이후 어디에 두어야 승리할지 </a:t>
            </a:r>
            <a:r>
              <a:rPr lang="en-US" altLang="ko-KR" dirty="0"/>
              <a:t>LCD</a:t>
            </a:r>
            <a:r>
              <a:rPr lang="ko-KR" altLang="en-US" dirty="0"/>
              <a:t>에 출력</a:t>
            </a:r>
            <a:endParaRPr lang="en-US" altLang="ko-KR" b="1" dirty="0"/>
          </a:p>
          <a:p>
            <a:pPr marL="134996" lvl="1" indent="0">
              <a:buNone/>
            </a:pPr>
            <a:endParaRPr lang="ko-KR" altLang="en-US" b="1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3: </a:t>
            </a:r>
            <a:r>
              <a:rPr lang="ko-KR" altLang="en-US" dirty="0" err="1"/>
              <a:t>게임판</a:t>
            </a:r>
            <a:r>
              <a:rPr lang="ko-KR" altLang="en-US" dirty="0"/>
              <a:t> 탐색 및 정답 도출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11</a:t>
            </a:fld>
            <a:endParaRPr lang="ko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8C55112-D8B5-05E0-10D2-D8A3E503E523}"/>
              </a:ext>
            </a:extLst>
          </p:cNvPr>
          <p:cNvGrpSpPr/>
          <p:nvPr/>
        </p:nvGrpSpPr>
        <p:grpSpPr>
          <a:xfrm>
            <a:off x="4764866" y="1125738"/>
            <a:ext cx="4157220" cy="2413262"/>
            <a:chOff x="3333710" y="1630867"/>
            <a:chExt cx="4157220" cy="241326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A2D77BB-B372-2BE6-9545-323D65EFB55D}"/>
                </a:ext>
              </a:extLst>
            </p:cNvPr>
            <p:cNvSpPr/>
            <p:nvPr/>
          </p:nvSpPr>
          <p:spPr>
            <a:xfrm>
              <a:off x="3333710" y="1630867"/>
              <a:ext cx="4157220" cy="241326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ore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17B0F8C-4D0E-EFE1-3E0A-42D929C1324E}"/>
                </a:ext>
              </a:extLst>
            </p:cNvPr>
            <p:cNvSpPr/>
            <p:nvPr/>
          </p:nvSpPr>
          <p:spPr>
            <a:xfrm>
              <a:off x="5739537" y="3650878"/>
              <a:ext cx="1398494" cy="15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D2A9765-F9B4-6EE0-3CBC-6FE4C73E3AA4}"/>
                </a:ext>
              </a:extLst>
            </p:cNvPr>
            <p:cNvSpPr/>
            <p:nvPr/>
          </p:nvSpPr>
          <p:spPr>
            <a:xfrm rot="5400000">
              <a:off x="6104582" y="2644324"/>
              <a:ext cx="1905533" cy="1613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CB555F9-EDD5-3079-F7A8-8FED779C4253}"/>
                </a:ext>
              </a:extLst>
            </p:cNvPr>
            <p:cNvSpPr/>
            <p:nvPr/>
          </p:nvSpPr>
          <p:spPr>
            <a:xfrm>
              <a:off x="6737980" y="2024116"/>
              <a:ext cx="638735" cy="33377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임시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암막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D24FFD2-6B56-F5A4-A1CC-5229A1907FBB}"/>
                </a:ext>
              </a:extLst>
            </p:cNvPr>
            <p:cNvSpPr/>
            <p:nvPr/>
          </p:nvSpPr>
          <p:spPr>
            <a:xfrm>
              <a:off x="6183983" y="3007065"/>
              <a:ext cx="792683" cy="15464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1,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215D0CE-AB1A-7F58-76F7-CCB0669A1636}"/>
                </a:ext>
              </a:extLst>
            </p:cNvPr>
            <p:cNvSpPr/>
            <p:nvPr/>
          </p:nvSpPr>
          <p:spPr>
            <a:xfrm>
              <a:off x="5739537" y="3007065"/>
              <a:ext cx="444445" cy="154640"/>
            </a:xfrm>
            <a:prstGeom prst="rect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Start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D2A630A-5546-7ABA-C3E1-6AEC94C07861}"/>
                </a:ext>
              </a:extLst>
            </p:cNvPr>
            <p:cNvSpPr/>
            <p:nvPr/>
          </p:nvSpPr>
          <p:spPr>
            <a:xfrm>
              <a:off x="3442829" y="3007065"/>
              <a:ext cx="2296708" cy="1546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                          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구간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21C9138-E7C9-0FB2-D440-8C5A652EED6B}"/>
                </a:ext>
              </a:extLst>
            </p:cNvPr>
            <p:cNvSpPr/>
            <p:nvPr/>
          </p:nvSpPr>
          <p:spPr>
            <a:xfrm rot="5400000">
              <a:off x="3931849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8A75251-DCAA-F113-092A-E6D58661ED40}"/>
                </a:ext>
              </a:extLst>
            </p:cNvPr>
            <p:cNvSpPr/>
            <p:nvPr/>
          </p:nvSpPr>
          <p:spPr>
            <a:xfrm rot="10800000">
              <a:off x="3425074" y="2277320"/>
              <a:ext cx="2314461" cy="1736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7A772F1-E05A-DAA2-F8C2-C2CEA15855F3}"/>
                </a:ext>
              </a:extLst>
            </p:cNvPr>
            <p:cNvSpPr/>
            <p:nvPr/>
          </p:nvSpPr>
          <p:spPr>
            <a:xfrm rot="5400000">
              <a:off x="3177144" y="2656484"/>
              <a:ext cx="1945555" cy="1770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14A13E2-089A-C53D-6E88-7B1D66E2733A}"/>
              </a:ext>
            </a:extLst>
          </p:cNvPr>
          <p:cNvSpPr/>
          <p:nvPr/>
        </p:nvSpPr>
        <p:spPr>
          <a:xfrm>
            <a:off x="4808857" y="1176645"/>
            <a:ext cx="2361834" cy="21237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39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1"/>
            <a:ext cx="4263008" cy="4343257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게임판</a:t>
            </a:r>
            <a:r>
              <a:rPr lang="ko-KR" altLang="en-US" b="1" dirty="0"/>
              <a:t> 탐지 </a:t>
            </a:r>
            <a:r>
              <a:rPr lang="en-US" altLang="ko-KR" b="1" dirty="0"/>
              <a:t>task</a:t>
            </a:r>
          </a:p>
          <a:p>
            <a:pPr lvl="1"/>
            <a:r>
              <a:rPr lang="ko-KR" altLang="en-US" b="1" dirty="0"/>
              <a:t>검은색이 선수</a:t>
            </a:r>
            <a:endParaRPr lang="en-US" altLang="ko-KR" b="1" dirty="0"/>
          </a:p>
          <a:p>
            <a:pPr lvl="1"/>
            <a:r>
              <a:rPr lang="ko-KR" altLang="en-US" dirty="0"/>
              <a:t>그리드 위를 주행하며 무작위로 배치된 종이컵의 위치를 </a:t>
            </a:r>
            <a:r>
              <a:rPr lang="ko-KR" altLang="en-US" b="1" dirty="0"/>
              <a:t>라인 트레이서</a:t>
            </a:r>
            <a:r>
              <a:rPr lang="ko-KR" altLang="en-US" dirty="0"/>
              <a:t>와 </a:t>
            </a:r>
            <a:r>
              <a:rPr lang="ko-KR" altLang="en-US" b="1" dirty="0"/>
              <a:t>초음파</a:t>
            </a:r>
            <a:r>
              <a:rPr lang="ko-KR" altLang="en-US" dirty="0"/>
              <a:t> </a:t>
            </a:r>
            <a:r>
              <a:rPr lang="ko-KR" altLang="en-US" b="1" dirty="0"/>
              <a:t>센서만</a:t>
            </a:r>
            <a:r>
              <a:rPr lang="ko-KR" altLang="en-US" dirty="0"/>
              <a:t>을 사용하여 알아내야 함</a:t>
            </a:r>
            <a:endParaRPr lang="en-US" altLang="ko-KR" dirty="0"/>
          </a:p>
          <a:p>
            <a:pPr lvl="1"/>
            <a:r>
              <a:rPr lang="ko-KR" altLang="en-US" dirty="0"/>
              <a:t>탐지가 끝나면 </a:t>
            </a:r>
            <a:r>
              <a:rPr lang="ko-KR" altLang="en-US" b="1" dirty="0"/>
              <a:t>완전 정차</a:t>
            </a:r>
            <a:r>
              <a:rPr lang="ko-KR" altLang="en-US" dirty="0"/>
              <a:t> 후 </a:t>
            </a:r>
            <a:r>
              <a:rPr lang="en-US" altLang="ko-KR" dirty="0"/>
              <a:t>LCD</a:t>
            </a:r>
            <a:r>
              <a:rPr lang="ko-KR" altLang="en-US" dirty="0"/>
              <a:t>에 탐지 결과 표시</a:t>
            </a:r>
            <a:endParaRPr lang="en-US" altLang="ko-KR" dirty="0"/>
          </a:p>
          <a:p>
            <a:pPr lvl="1"/>
            <a:r>
              <a:rPr lang="ko-KR" altLang="en-US" dirty="0"/>
              <a:t>출력 양식 </a:t>
            </a:r>
            <a:r>
              <a:rPr lang="en-US" altLang="ko-KR" dirty="0"/>
              <a:t>(</a:t>
            </a:r>
            <a:r>
              <a:rPr lang="ko-KR" altLang="en-US" dirty="0"/>
              <a:t>오른쪽 예시</a:t>
            </a:r>
            <a:r>
              <a:rPr lang="en-US" altLang="ko-KR" dirty="0"/>
              <a:t>)</a:t>
            </a:r>
          </a:p>
          <a:p>
            <a:pPr marL="269993" lvl="2" indent="0">
              <a:buNone/>
            </a:pPr>
            <a:r>
              <a:rPr lang="en-US" altLang="ko-KR" dirty="0"/>
              <a:t>Loc: 1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</a:p>
          <a:p>
            <a:endParaRPr lang="en-US" altLang="ko-KR" dirty="0"/>
          </a:p>
          <a:p>
            <a:r>
              <a:rPr lang="ko-KR" altLang="en-US" b="1" dirty="0"/>
              <a:t>제한 사항</a:t>
            </a:r>
            <a:endParaRPr lang="en-US" altLang="ko-KR" b="1" dirty="0"/>
          </a:p>
          <a:p>
            <a:pPr lvl="1"/>
            <a:r>
              <a:rPr lang="ko-KR" altLang="en-US" b="1" dirty="0"/>
              <a:t>완전 정차</a:t>
            </a:r>
            <a:r>
              <a:rPr lang="ko-KR" altLang="en-US" dirty="0"/>
              <a:t> 후 출력된 결과만 인정</a:t>
            </a:r>
            <a:endParaRPr lang="en-US" altLang="ko-KR" dirty="0"/>
          </a:p>
          <a:p>
            <a:pPr lvl="1"/>
            <a:r>
              <a:rPr lang="ko-KR" altLang="en-US" dirty="0"/>
              <a:t>타일 밖으로 벗어나거나 종이컵과 충돌할 경우 </a:t>
            </a:r>
            <a:r>
              <a:rPr lang="en-US" altLang="ko-KR" dirty="0"/>
              <a:t>0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매 </a:t>
            </a:r>
            <a:r>
              <a:rPr lang="ko-KR" altLang="en-US" dirty="0" err="1"/>
              <a:t>시도마다</a:t>
            </a:r>
            <a:r>
              <a:rPr lang="ko-KR" altLang="en-US" dirty="0"/>
              <a:t> 다른 </a:t>
            </a:r>
            <a:r>
              <a:rPr lang="ko-KR" altLang="en-US" dirty="0" err="1"/>
              <a:t>기보로</a:t>
            </a:r>
            <a:r>
              <a:rPr lang="ko-KR" altLang="en-US" b="1" dirty="0"/>
              <a:t> 재배치</a:t>
            </a:r>
            <a:endParaRPr lang="en-US" altLang="ko-KR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3-1:</a:t>
            </a:r>
            <a:r>
              <a:rPr lang="ko-KR" altLang="en-US" dirty="0"/>
              <a:t> </a:t>
            </a:r>
            <a:r>
              <a:rPr lang="ko-KR" altLang="en-US" dirty="0" err="1"/>
              <a:t>게임판</a:t>
            </a:r>
            <a:r>
              <a:rPr lang="ko-KR" altLang="en-US" dirty="0"/>
              <a:t> 탐지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12</a:t>
            </a:fld>
            <a:endParaRPr lang="ko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2A630A-5546-7ABA-C3E1-6AEC94C07861}"/>
              </a:ext>
            </a:extLst>
          </p:cNvPr>
          <p:cNvSpPr/>
          <p:nvPr/>
        </p:nvSpPr>
        <p:spPr>
          <a:xfrm>
            <a:off x="4984749" y="3168105"/>
            <a:ext cx="3962399" cy="1546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                                                              </a:t>
            </a:r>
            <a:r>
              <a:rPr lang="ko-KR" altLang="en-US" sz="1000" b="1" dirty="0">
                <a:solidFill>
                  <a:schemeClr val="tx1"/>
                </a:solidFill>
              </a:rPr>
              <a:t>구간 </a:t>
            </a:r>
            <a:r>
              <a:rPr lang="en-US" altLang="ko-KR" sz="1000" b="1" dirty="0">
                <a:solidFill>
                  <a:schemeClr val="tx1"/>
                </a:solidFill>
              </a:rPr>
              <a:t>3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1C9138-E7C9-0FB2-D440-8C5A652EED6B}"/>
              </a:ext>
            </a:extLst>
          </p:cNvPr>
          <p:cNvSpPr/>
          <p:nvPr/>
        </p:nvSpPr>
        <p:spPr>
          <a:xfrm rot="5400000">
            <a:off x="6004422" y="2556248"/>
            <a:ext cx="3448047" cy="17706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A75251-DCAA-F113-092A-E6D58661ED40}"/>
              </a:ext>
            </a:extLst>
          </p:cNvPr>
          <p:cNvSpPr/>
          <p:nvPr/>
        </p:nvSpPr>
        <p:spPr>
          <a:xfrm rot="10800000">
            <a:off x="4984749" y="1877629"/>
            <a:ext cx="3962399" cy="17365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A772F1-E05A-DAA2-F8C2-C2CEA15855F3}"/>
              </a:ext>
            </a:extLst>
          </p:cNvPr>
          <p:cNvSpPr/>
          <p:nvPr/>
        </p:nvSpPr>
        <p:spPr>
          <a:xfrm rot="5400000">
            <a:off x="4522640" y="2556246"/>
            <a:ext cx="3448049" cy="17706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5176825" y="996334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6571332" y="2171457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2A8139D-BC04-A029-F4BF-571389B30AE7}"/>
              </a:ext>
            </a:extLst>
          </p:cNvPr>
          <p:cNvSpPr/>
          <p:nvPr/>
        </p:nvSpPr>
        <p:spPr>
          <a:xfrm>
            <a:off x="7987448" y="996334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2A22E39-A16D-0DA5-E98A-8F2179ED6C20}"/>
              </a:ext>
            </a:extLst>
          </p:cNvPr>
          <p:cNvSpPr/>
          <p:nvPr/>
        </p:nvSpPr>
        <p:spPr>
          <a:xfrm>
            <a:off x="5176825" y="3452443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71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8649C-7E01-0241-F3E2-9C670564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B9F4E8-2BD7-846D-F1C9-A98955B53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1"/>
            <a:ext cx="4263008" cy="4343257"/>
          </a:xfrm>
        </p:spPr>
        <p:txBody>
          <a:bodyPr>
            <a:normAutofit/>
          </a:bodyPr>
          <a:lstStyle/>
          <a:p>
            <a:r>
              <a:rPr lang="ko-KR" altLang="en-US" b="1" dirty="0"/>
              <a:t>블루투스 입력</a:t>
            </a:r>
            <a:endParaRPr lang="en-US" altLang="ko-KR" b="1" dirty="0"/>
          </a:p>
          <a:p>
            <a:pPr lvl="1"/>
            <a:r>
              <a:rPr lang="ko-KR" altLang="en-US" dirty="0"/>
              <a:t>조교가 지정한 위치를 블루투스를 통해 입력</a:t>
            </a:r>
            <a:endParaRPr lang="en-US" altLang="ko-KR" dirty="0"/>
          </a:p>
          <a:p>
            <a:pPr lvl="1"/>
            <a:r>
              <a:rPr lang="ko-KR" altLang="en-US" dirty="0"/>
              <a:t>지정한 위치가 학생의 말</a:t>
            </a:r>
            <a:endParaRPr lang="en-US" altLang="ko-KR" dirty="0"/>
          </a:p>
          <a:p>
            <a:pPr lvl="1"/>
            <a:r>
              <a:rPr lang="ko-KR" altLang="en-US" dirty="0"/>
              <a:t>요청 예시 </a:t>
            </a:r>
            <a:r>
              <a:rPr lang="en-US" altLang="ko-KR" dirty="0"/>
              <a:t>(</a:t>
            </a:r>
            <a:r>
              <a:rPr lang="ko-KR" altLang="en-US" dirty="0"/>
              <a:t>오른쪽 예시</a:t>
            </a:r>
            <a:r>
              <a:rPr lang="en-US" altLang="ko-KR" dirty="0"/>
              <a:t>)</a:t>
            </a:r>
          </a:p>
          <a:p>
            <a:pPr marL="269993" lvl="2" indent="0">
              <a:buNone/>
            </a:pPr>
            <a:r>
              <a:rPr lang="en-US" altLang="ko-KR" dirty="0" err="1"/>
              <a:t>Loc</a:t>
            </a:r>
            <a:r>
              <a:rPr lang="en-US" altLang="ko-KR" dirty="0"/>
              <a:t>: 3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</a:p>
          <a:p>
            <a:pPr lvl="1"/>
            <a:endParaRPr lang="en-US" altLang="ko-KR" dirty="0"/>
          </a:p>
          <a:p>
            <a:r>
              <a:rPr lang="ko-KR" altLang="en-US" b="1" dirty="0"/>
              <a:t>정답 도출</a:t>
            </a:r>
            <a:endParaRPr lang="en-US" altLang="ko-KR" dirty="0"/>
          </a:p>
          <a:p>
            <a:pPr lvl="1"/>
            <a:r>
              <a:rPr lang="ko-KR" altLang="en-US" dirty="0"/>
              <a:t>다음에 두어야 할 수를 </a:t>
            </a:r>
            <a:r>
              <a:rPr lang="en-US" altLang="ko-KR" dirty="0"/>
              <a:t>LCD</a:t>
            </a:r>
            <a:r>
              <a:rPr lang="ko-KR" altLang="en-US" dirty="0"/>
              <a:t>에 출력</a:t>
            </a:r>
            <a:endParaRPr lang="en-US" altLang="ko-KR" dirty="0"/>
          </a:p>
          <a:p>
            <a:pPr lvl="1"/>
            <a:r>
              <a:rPr lang="ko-KR" altLang="en-US" dirty="0"/>
              <a:t>오른쪽 예시에는 </a:t>
            </a:r>
            <a:r>
              <a:rPr lang="en-US" altLang="ko-KR" dirty="0"/>
              <a:t>9</a:t>
            </a:r>
            <a:r>
              <a:rPr lang="ko-KR" altLang="en-US" dirty="0"/>
              <a:t>가 정답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참고사항</a:t>
            </a:r>
            <a:endParaRPr lang="en-US" altLang="ko-KR" dirty="0"/>
          </a:p>
          <a:p>
            <a:pPr lvl="1"/>
            <a:r>
              <a:rPr lang="ko-KR" altLang="en-US" dirty="0"/>
              <a:t>다음 수를 통해 게임이 자신의 승리로 종료되는 수만 정답으로 인정</a:t>
            </a:r>
            <a:endParaRPr lang="en-US" altLang="ko-KR" dirty="0"/>
          </a:p>
          <a:p>
            <a:pPr lvl="1"/>
            <a:r>
              <a:rPr lang="ko-KR" altLang="en-US" dirty="0"/>
              <a:t>반드시 정답이 있는 </a:t>
            </a:r>
            <a:r>
              <a:rPr lang="ko-KR" altLang="en-US" dirty="0" err="1"/>
              <a:t>기보만</a:t>
            </a:r>
            <a:r>
              <a:rPr lang="ko-KR" altLang="en-US" dirty="0"/>
              <a:t> 골라 제공 예정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AF0A19-E5BD-549B-1565-0FA7954084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76AECC-2B3D-B99B-EE42-98D53B94F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9C0C8B1-8539-A7DA-535B-13CFE6DD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3-2:</a:t>
            </a:r>
            <a:r>
              <a:rPr lang="ko-KR" altLang="en-US" dirty="0"/>
              <a:t> 블루투스 입력 및 정답 도출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D05B1-801C-82AD-A4E8-C3216312A6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13</a:t>
            </a:fld>
            <a:endParaRPr lang="ko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2A630A-5546-7ABA-C3E1-6AEC94C07861}"/>
              </a:ext>
            </a:extLst>
          </p:cNvPr>
          <p:cNvSpPr/>
          <p:nvPr/>
        </p:nvSpPr>
        <p:spPr>
          <a:xfrm>
            <a:off x="4984749" y="3168105"/>
            <a:ext cx="3962399" cy="1546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                                                              </a:t>
            </a:r>
            <a:r>
              <a:rPr lang="ko-KR" altLang="en-US" sz="1000" b="1" dirty="0">
                <a:solidFill>
                  <a:schemeClr val="tx1"/>
                </a:solidFill>
              </a:rPr>
              <a:t>구간 </a:t>
            </a:r>
            <a:r>
              <a:rPr lang="en-US" altLang="ko-KR" sz="1000" b="1" dirty="0">
                <a:solidFill>
                  <a:schemeClr val="tx1"/>
                </a:solidFill>
              </a:rPr>
              <a:t>3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21C9138-E7C9-0FB2-D440-8C5A652EED6B}"/>
              </a:ext>
            </a:extLst>
          </p:cNvPr>
          <p:cNvSpPr/>
          <p:nvPr/>
        </p:nvSpPr>
        <p:spPr>
          <a:xfrm rot="5400000">
            <a:off x="6004422" y="2556248"/>
            <a:ext cx="3448047" cy="17706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8A75251-DCAA-F113-092A-E6D58661ED40}"/>
              </a:ext>
            </a:extLst>
          </p:cNvPr>
          <p:cNvSpPr/>
          <p:nvPr/>
        </p:nvSpPr>
        <p:spPr>
          <a:xfrm rot="10800000">
            <a:off x="4984749" y="1877629"/>
            <a:ext cx="3962399" cy="17365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A772F1-E05A-DAA2-F8C2-C2CEA15855F3}"/>
              </a:ext>
            </a:extLst>
          </p:cNvPr>
          <p:cNvSpPr/>
          <p:nvPr/>
        </p:nvSpPr>
        <p:spPr>
          <a:xfrm rot="5400000">
            <a:off x="4522640" y="2556246"/>
            <a:ext cx="3448049" cy="17706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5176825" y="996334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6571332" y="2171457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5176825" y="3442917"/>
            <a:ext cx="789231" cy="805715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7981006" y="996333"/>
            <a:ext cx="789231" cy="805715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96328" y="359686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ANS</a:t>
            </a:r>
            <a:endParaRPr lang="ko-KR" altLang="en-US" b="1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3038435" y="1296371"/>
            <a:ext cx="409616" cy="380029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12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8649C-7E01-0241-F3E2-9C670564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B9F4E8-2BD7-846D-F1C9-A98955B53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1"/>
            <a:ext cx="4263008" cy="4343257"/>
          </a:xfrm>
        </p:spPr>
        <p:txBody>
          <a:bodyPr>
            <a:normAutofit/>
          </a:bodyPr>
          <a:lstStyle/>
          <a:p>
            <a:r>
              <a:rPr lang="ko-KR" altLang="en-US" b="1" dirty="0"/>
              <a:t>블루투스 입력</a:t>
            </a:r>
            <a:endParaRPr lang="en-US" altLang="ko-KR" b="1" dirty="0"/>
          </a:p>
          <a:p>
            <a:pPr lvl="1"/>
            <a:r>
              <a:rPr lang="ko-KR" altLang="en-US" dirty="0"/>
              <a:t>조교가 지정한 위치를 블루투스를 통해 입력</a:t>
            </a:r>
            <a:endParaRPr lang="en-US" altLang="ko-KR" dirty="0"/>
          </a:p>
          <a:p>
            <a:pPr lvl="1"/>
            <a:r>
              <a:rPr lang="ko-KR" altLang="en-US" dirty="0"/>
              <a:t>지정한 위치가 학생의 말</a:t>
            </a:r>
            <a:endParaRPr lang="en-US" altLang="ko-KR" dirty="0"/>
          </a:p>
          <a:p>
            <a:pPr lvl="1"/>
            <a:r>
              <a:rPr lang="ko-KR" altLang="en-US" dirty="0"/>
              <a:t>요청 예시 </a:t>
            </a:r>
            <a:r>
              <a:rPr lang="en-US" altLang="ko-KR" dirty="0"/>
              <a:t>(</a:t>
            </a:r>
            <a:r>
              <a:rPr lang="ko-KR" altLang="en-US" dirty="0"/>
              <a:t>오른쪽 예시</a:t>
            </a:r>
            <a:r>
              <a:rPr lang="en-US" altLang="ko-KR" dirty="0"/>
              <a:t>)</a:t>
            </a:r>
          </a:p>
          <a:p>
            <a:pPr marL="269993" lvl="2" indent="0">
              <a:buNone/>
            </a:pPr>
            <a:r>
              <a:rPr lang="en-US" altLang="ko-KR" dirty="0" err="1"/>
              <a:t>Loc</a:t>
            </a:r>
            <a:r>
              <a:rPr lang="en-US" altLang="ko-KR" dirty="0"/>
              <a:t>: 3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</a:p>
          <a:p>
            <a:pPr lvl="1"/>
            <a:endParaRPr lang="en-US" altLang="ko-KR" dirty="0"/>
          </a:p>
          <a:p>
            <a:r>
              <a:rPr lang="ko-KR" altLang="en-US" b="1" dirty="0"/>
              <a:t>정답 도출</a:t>
            </a:r>
            <a:endParaRPr lang="en-US" altLang="ko-KR" dirty="0"/>
          </a:p>
          <a:p>
            <a:pPr lvl="1"/>
            <a:r>
              <a:rPr lang="ko-KR" altLang="en-US" dirty="0"/>
              <a:t>다음에 두어야 할 수를 </a:t>
            </a:r>
            <a:r>
              <a:rPr lang="en-US" altLang="ko-KR" dirty="0"/>
              <a:t>LCD</a:t>
            </a:r>
            <a:r>
              <a:rPr lang="ko-KR" altLang="en-US" dirty="0"/>
              <a:t>에 출력</a:t>
            </a:r>
            <a:endParaRPr lang="en-US" altLang="ko-KR" dirty="0"/>
          </a:p>
          <a:p>
            <a:pPr lvl="1"/>
            <a:r>
              <a:rPr lang="ko-KR" altLang="en-US" dirty="0"/>
              <a:t>오른쪽 예시에는 </a:t>
            </a:r>
            <a:r>
              <a:rPr lang="en-US" altLang="ko-KR" dirty="0"/>
              <a:t>9</a:t>
            </a:r>
            <a:r>
              <a:rPr lang="ko-KR" altLang="en-US" dirty="0"/>
              <a:t>가 정답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참고사항</a:t>
            </a:r>
            <a:endParaRPr lang="en-US" altLang="ko-KR" dirty="0"/>
          </a:p>
          <a:p>
            <a:pPr lvl="1"/>
            <a:r>
              <a:rPr lang="ko-KR" altLang="en-US" dirty="0"/>
              <a:t>다음 수를 통해 게임이 자신의 승리로 종료되는 수만 정답으로 인정</a:t>
            </a:r>
            <a:endParaRPr lang="en-US" altLang="ko-KR" dirty="0"/>
          </a:p>
          <a:p>
            <a:pPr lvl="1"/>
            <a:r>
              <a:rPr lang="ko-KR" altLang="en-US" dirty="0"/>
              <a:t>반드시 정답이 있는 </a:t>
            </a:r>
            <a:r>
              <a:rPr lang="ko-KR" altLang="en-US" dirty="0" err="1"/>
              <a:t>기보만</a:t>
            </a:r>
            <a:r>
              <a:rPr lang="ko-KR" altLang="en-US" dirty="0"/>
              <a:t> 골라 제공 예정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AF0A19-E5BD-549B-1565-0FA7954084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76AECC-2B3D-B99B-EE42-98D53B94F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9C0C8B1-8539-A7DA-535B-13CFE6DD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3-2:</a:t>
            </a:r>
            <a:r>
              <a:rPr lang="ko-KR" altLang="en-US" dirty="0"/>
              <a:t> 블루투스 입력 및 정답 도출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D05B1-801C-82AD-A4E8-C3216312A6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14</a:t>
            </a:fld>
            <a:endParaRPr lang="ko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2A630A-5546-7ABA-C3E1-6AEC94C07861}"/>
              </a:ext>
            </a:extLst>
          </p:cNvPr>
          <p:cNvSpPr/>
          <p:nvPr/>
        </p:nvSpPr>
        <p:spPr>
          <a:xfrm>
            <a:off x="4984749" y="3168105"/>
            <a:ext cx="3962399" cy="154640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                                                              </a:t>
            </a:r>
            <a:r>
              <a:rPr lang="ko-KR" altLang="en-US" sz="1000" b="1" dirty="0">
                <a:solidFill>
                  <a:schemeClr val="tx1"/>
                </a:solidFill>
              </a:rPr>
              <a:t>구간 </a:t>
            </a:r>
            <a:r>
              <a:rPr lang="en-US" altLang="ko-KR" sz="1000" b="1" dirty="0">
                <a:solidFill>
                  <a:schemeClr val="tx1"/>
                </a:solidFill>
              </a:rPr>
              <a:t>3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21C9138-E7C9-0FB2-D440-8C5A652EED6B}"/>
              </a:ext>
            </a:extLst>
          </p:cNvPr>
          <p:cNvSpPr/>
          <p:nvPr/>
        </p:nvSpPr>
        <p:spPr>
          <a:xfrm rot="5400000">
            <a:off x="6004422" y="2556248"/>
            <a:ext cx="3448047" cy="17706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8A75251-DCAA-F113-092A-E6D58661ED40}"/>
              </a:ext>
            </a:extLst>
          </p:cNvPr>
          <p:cNvSpPr/>
          <p:nvPr/>
        </p:nvSpPr>
        <p:spPr>
          <a:xfrm rot="10800000">
            <a:off x="4984749" y="1877629"/>
            <a:ext cx="3962399" cy="17365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A772F1-E05A-DAA2-F8C2-C2CEA15855F3}"/>
              </a:ext>
            </a:extLst>
          </p:cNvPr>
          <p:cNvSpPr/>
          <p:nvPr/>
        </p:nvSpPr>
        <p:spPr>
          <a:xfrm rot="5400000">
            <a:off x="4522640" y="2556246"/>
            <a:ext cx="3448049" cy="177066"/>
          </a:xfrm>
          <a:prstGeom prst="rect">
            <a:avLst/>
          </a:prstGeom>
          <a:solidFill>
            <a:schemeClr val="bg2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5176825" y="996334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6571332" y="2171457"/>
            <a:ext cx="789231" cy="80571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5176825" y="3442917"/>
            <a:ext cx="789231" cy="805715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7981006" y="996333"/>
            <a:ext cx="789231" cy="805715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96328" y="359686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ANS</a:t>
            </a:r>
            <a:endParaRPr lang="ko-KR" altLang="en-US" b="1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3038435" y="1296371"/>
            <a:ext cx="409616" cy="380029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8FB2B68-74C3-3BC4-7C03-F4C6328D4CAF}"/>
              </a:ext>
            </a:extLst>
          </p:cNvPr>
          <p:cNvSpPr/>
          <p:nvPr/>
        </p:nvSpPr>
        <p:spPr>
          <a:xfrm>
            <a:off x="7981005" y="3471754"/>
            <a:ext cx="789231" cy="805715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779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3FBE91-C7B0-44E4-B99F-2C1335EE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75" y="760812"/>
            <a:ext cx="8370663" cy="3937004"/>
          </a:xfrm>
        </p:spPr>
        <p:txBody>
          <a:bodyPr>
            <a:normAutofit/>
          </a:bodyPr>
          <a:lstStyle/>
          <a:p>
            <a:r>
              <a:rPr lang="ko-KR" altLang="en-US" b="1" dirty="0"/>
              <a:t>점수 </a:t>
            </a:r>
            <a:r>
              <a:rPr lang="en-US" altLang="ko-KR" b="1" dirty="0"/>
              <a:t>(</a:t>
            </a:r>
            <a:r>
              <a:rPr lang="ko-KR" altLang="en-US" b="1" dirty="0"/>
              <a:t>총 </a:t>
            </a:r>
            <a:r>
              <a:rPr lang="en-US" altLang="ko-KR" b="1" dirty="0"/>
              <a:t>10</a:t>
            </a:r>
            <a:r>
              <a:rPr lang="ko-KR" altLang="en-US" b="1" dirty="0"/>
              <a:t>점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3-1</a:t>
            </a:r>
          </a:p>
          <a:p>
            <a:pPr lvl="2"/>
            <a:r>
              <a:rPr lang="ko-KR" altLang="en-US" dirty="0"/>
              <a:t>올바른 위치 파악 </a:t>
            </a:r>
            <a:r>
              <a:rPr lang="en-US" altLang="ko-KR" dirty="0"/>
              <a:t>1</a:t>
            </a:r>
            <a:r>
              <a:rPr lang="ko-KR" altLang="en-US" dirty="0"/>
              <a:t>개당</a:t>
            </a:r>
            <a:r>
              <a:rPr lang="en-US" altLang="ko-KR" dirty="0"/>
              <a:t>: +1.5</a:t>
            </a:r>
            <a:r>
              <a:rPr lang="ko-KR" altLang="en-US" dirty="0"/>
              <a:t>점 </a:t>
            </a:r>
            <a:r>
              <a:rPr lang="en-US" altLang="ko-KR" dirty="0"/>
              <a:t>(</a:t>
            </a:r>
            <a:r>
              <a:rPr lang="ko-KR" altLang="en-US" dirty="0"/>
              <a:t>최대 </a:t>
            </a:r>
            <a:r>
              <a:rPr lang="en-US" altLang="ko-KR" dirty="0"/>
              <a:t>6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잘못된 위치 파악 </a:t>
            </a:r>
            <a:r>
              <a:rPr lang="en-US" altLang="ko-KR" dirty="0"/>
              <a:t>1</a:t>
            </a:r>
            <a:r>
              <a:rPr lang="ko-KR" altLang="en-US" dirty="0"/>
              <a:t>개당</a:t>
            </a:r>
            <a:r>
              <a:rPr lang="en-US" altLang="ko-KR" dirty="0"/>
              <a:t>: -2</a:t>
            </a:r>
            <a:r>
              <a:rPr lang="ko-KR" altLang="en-US" dirty="0"/>
              <a:t>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모든 위치를 정확히 맞춘 경우</a:t>
            </a:r>
            <a:r>
              <a:rPr lang="en-US" altLang="ko-KR" dirty="0"/>
              <a:t>: +1</a:t>
            </a:r>
            <a:r>
              <a:rPr lang="ko-KR" altLang="en-US" dirty="0"/>
              <a:t>점</a:t>
            </a:r>
            <a:endParaRPr lang="en-US" altLang="ko-KR" dirty="0"/>
          </a:p>
          <a:p>
            <a:pPr lvl="2"/>
            <a:r>
              <a:rPr lang="ko-KR" altLang="en-US" dirty="0"/>
              <a:t>총점이 음수인 경우 </a:t>
            </a:r>
            <a:r>
              <a:rPr lang="en-US" altLang="ko-KR" dirty="0"/>
              <a:t>0</a:t>
            </a:r>
            <a:r>
              <a:rPr lang="ko-KR" altLang="en-US" dirty="0"/>
              <a:t>점 처리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3-2</a:t>
            </a:r>
          </a:p>
          <a:p>
            <a:pPr lvl="2"/>
            <a:r>
              <a:rPr lang="ko-KR" altLang="en-US" dirty="0"/>
              <a:t>정답을 맞출 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+3</a:t>
            </a:r>
            <a:r>
              <a:rPr lang="ko-KR" altLang="en-US" dirty="0"/>
              <a:t>점</a:t>
            </a:r>
            <a:endParaRPr lang="en-US" altLang="ko-KR" dirty="0"/>
          </a:p>
          <a:p>
            <a:pPr lvl="2"/>
            <a:r>
              <a:rPr lang="en-US" altLang="ko-KR" b="1" dirty="0"/>
              <a:t>(Option)</a:t>
            </a:r>
            <a:r>
              <a:rPr lang="ko-KR" altLang="en-US" b="1" dirty="0"/>
              <a:t> </a:t>
            </a:r>
            <a:r>
              <a:rPr lang="ko-KR" altLang="en-US" dirty="0"/>
              <a:t>위의 과정을 생략하고 정답을 맞추는 알고리즘만 구현하였을 시에도 </a:t>
            </a:r>
            <a:r>
              <a:rPr lang="en-US" altLang="ko-KR" dirty="0"/>
              <a:t>3</a:t>
            </a:r>
            <a:r>
              <a:rPr lang="ko-KR" altLang="en-US" dirty="0"/>
              <a:t>점 부여</a:t>
            </a: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5E5F7-5B76-4452-BE29-384395F68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B0553-556D-4F47-9A75-ADE35270F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F0F6936-C7C6-4B48-9857-9431A8E8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구간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5E366-85BD-43A2-8A69-A45B2F1C5B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743639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4997" lvl="0" indent="-1349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프로젝트는 </a:t>
            </a:r>
            <a:r>
              <a:rPr lang="ko-KR" b="1">
                <a:solidFill>
                  <a:srgbClr val="C00000"/>
                </a:solidFill>
              </a:rPr>
              <a:t>조별로 진행 </a:t>
            </a:r>
            <a:endParaRPr b="1">
              <a:solidFill>
                <a:srgbClr val="C00000"/>
              </a:solidFill>
            </a:endParaRPr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자동차에 유성펜으로 조 번호 및 조원 이름 적기 (부정행위 방지를 위해)</a:t>
            </a:r>
            <a:endParaRPr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13499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모든 구간을 통틀어 </a:t>
            </a:r>
            <a:r>
              <a:rPr lang="ko-KR" b="1">
                <a:solidFill>
                  <a:srgbClr val="C00000"/>
                </a:solidFill>
              </a:rPr>
              <a:t>총 3번의 주행 기회</a:t>
            </a:r>
            <a:r>
              <a:rPr lang="ko-KR"/>
              <a:t> 제공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3번의 기회 동안 원하는 구간에서 시작 가능 </a:t>
            </a:r>
            <a:r>
              <a:rPr lang="ko-KR" b="1">
                <a:solidFill>
                  <a:srgbClr val="FF0000"/>
                </a:solidFill>
              </a:rPr>
              <a:t>(구간 1 / 구간 2 / 구간 3 )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기회 사용시 별도의 감점은 없음.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앞선 구간 통과 시 기회 소모 없이 이어서 다음 구간 도전 가능 </a:t>
            </a:r>
            <a:endParaRPr/>
          </a:p>
          <a:p>
            <a:pPr marL="269993" lvl="1" indent="-39746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13499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2분 동안 테스트 시간 제공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라인 트레이서 threshold 및 모터 출력 조정 등 진행 가능</a:t>
            </a:r>
            <a:endParaRPr/>
          </a:p>
          <a:p>
            <a:pPr marL="269993" lvl="1" indent="-39746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13499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이후 8분 동안 주행 진행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주행 도중에 </a:t>
            </a:r>
            <a:r>
              <a:rPr lang="ko-KR" b="1">
                <a:solidFill>
                  <a:srgbClr val="C00000"/>
                </a:solidFill>
              </a:rPr>
              <a:t>코드 수정 불가</a:t>
            </a:r>
            <a:endParaRPr b="1">
              <a:solidFill>
                <a:srgbClr val="C00000"/>
              </a:solidFill>
            </a:endParaRPr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rgbClr val="C00000"/>
              </a:buClr>
              <a:buSzPts val="1500"/>
              <a:buChar char="▪"/>
            </a:pPr>
            <a:r>
              <a:rPr lang="ko-KR">
                <a:solidFill>
                  <a:srgbClr val="C00000"/>
                </a:solidFill>
              </a:rPr>
              <a:t>구간마다 다른 코드 사용 불가</a:t>
            </a:r>
            <a:endParaRPr>
              <a:solidFill>
                <a:srgbClr val="C00000"/>
              </a:solidFill>
            </a:endParaRPr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</p:txBody>
      </p:sp>
      <p:sp>
        <p:nvSpPr>
          <p:cNvPr id="428" name="Google Shape;428;p16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429" name="Google Shape;429;p16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430" name="Google Shape;430;p16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/>
              <a:t>주의사항 및 시험 평가 방법</a:t>
            </a:r>
            <a:endParaRPr/>
          </a:p>
        </p:txBody>
      </p:sp>
      <p:sp>
        <p:nvSpPr>
          <p:cNvPr id="431" name="Google Shape;431;p16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4997" lvl="1" indent="-1349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/>
              <a:t>조마다 프로젝트를 시연할 시간을 배정 – </a:t>
            </a:r>
            <a:r>
              <a:rPr lang="ko-KR" b="1" dirty="0"/>
              <a:t>조별 시연 순서는 추후 공지</a:t>
            </a:r>
            <a:endParaRPr b="1" dirty="0"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/>
              <a:t>조원들은 해당 시간에 시험장으로 방문하여 자동차를 평가받음</a:t>
            </a:r>
            <a:endParaRPr dirty="0"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/>
              <a:t>정해진 시간보다 늦을 경우 제한 시간에 불이익</a:t>
            </a:r>
            <a:endParaRPr dirty="0"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7" lvl="0" indent="-13499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FF0000"/>
              </a:buClr>
              <a:buSzPts val="1500"/>
              <a:buChar char="▪"/>
            </a:pPr>
            <a:r>
              <a:rPr lang="ko-KR" b="1" dirty="0">
                <a:solidFill>
                  <a:srgbClr val="FF0000"/>
                </a:solidFill>
              </a:rPr>
              <a:t>프로젝트 검사 날짜: </a:t>
            </a:r>
            <a:r>
              <a:rPr lang="en-US" altLang="ko-KR" b="1" dirty="0">
                <a:solidFill>
                  <a:srgbClr val="FF0000"/>
                </a:solidFill>
              </a:rPr>
              <a:t>12</a:t>
            </a:r>
            <a:r>
              <a:rPr lang="ko-KR" altLang="en-US" b="1" dirty="0">
                <a:solidFill>
                  <a:srgbClr val="FF0000"/>
                </a:solidFill>
              </a:rPr>
              <a:t>월 </a:t>
            </a:r>
            <a:r>
              <a:rPr lang="en-US" altLang="ko-KR" b="1" dirty="0">
                <a:solidFill>
                  <a:srgbClr val="FF0000"/>
                </a:solidFill>
              </a:rPr>
              <a:t>17</a:t>
            </a:r>
            <a:r>
              <a:rPr lang="ko-KR" altLang="en-US" b="1" dirty="0">
                <a:solidFill>
                  <a:srgbClr val="FF0000"/>
                </a:solidFill>
              </a:rPr>
              <a:t>일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수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b="1" dirty="0">
              <a:solidFill>
                <a:srgbClr val="FF0000"/>
              </a:solidFill>
            </a:endParaRPr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rgbClr val="FF0000"/>
              </a:buClr>
              <a:buSzPts val="1500"/>
              <a:buChar char="▪"/>
            </a:pPr>
            <a:r>
              <a:rPr lang="ko-KR" b="1" dirty="0">
                <a:solidFill>
                  <a:srgbClr val="FF0000"/>
                </a:solidFill>
              </a:rPr>
              <a:t>16:00 ~ 21:00</a:t>
            </a:r>
            <a:endParaRPr dirty="0"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rgbClr val="FF0000"/>
              </a:buClr>
              <a:buSzPts val="1500"/>
              <a:buChar char="▪"/>
            </a:pPr>
            <a:r>
              <a:rPr lang="ko-KR" b="1" dirty="0">
                <a:solidFill>
                  <a:srgbClr val="FF0000"/>
                </a:solidFill>
              </a:rPr>
              <a:t>300동 201호</a:t>
            </a:r>
            <a:endParaRPr b="1" dirty="0">
              <a:solidFill>
                <a:srgbClr val="FF0000"/>
              </a:solidFill>
            </a:endParaRPr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rgbClr val="FF0000"/>
              </a:buClr>
              <a:buSzPts val="1500"/>
              <a:buChar char="▪"/>
            </a:pPr>
            <a:r>
              <a:rPr lang="ko-KR" b="1" dirty="0">
                <a:solidFill>
                  <a:srgbClr val="FF0000"/>
                </a:solidFill>
              </a:rPr>
              <a:t>당일 자정까지 프로젝트 코드 (.</a:t>
            </a:r>
            <a:r>
              <a:rPr lang="ko-KR" b="1" dirty="0" err="1">
                <a:solidFill>
                  <a:srgbClr val="FF0000"/>
                </a:solidFill>
              </a:rPr>
              <a:t>ino</a:t>
            </a:r>
            <a:r>
              <a:rPr lang="ko-KR" b="1" dirty="0">
                <a:solidFill>
                  <a:srgbClr val="FF0000"/>
                </a:solidFill>
              </a:rPr>
              <a:t>) </a:t>
            </a:r>
            <a:r>
              <a:rPr lang="ko-KR" b="1" dirty="0" err="1">
                <a:solidFill>
                  <a:srgbClr val="FF0000"/>
                </a:solidFill>
              </a:rPr>
              <a:t>eTL에</a:t>
            </a:r>
            <a:r>
              <a:rPr lang="ko-KR" b="1" dirty="0">
                <a:solidFill>
                  <a:srgbClr val="FF0000"/>
                </a:solidFill>
              </a:rPr>
              <a:t> 업로드</a:t>
            </a:r>
            <a:endParaRPr dirty="0"/>
          </a:p>
        </p:txBody>
      </p:sp>
      <p:sp>
        <p:nvSpPr>
          <p:cNvPr id="437" name="Google Shape;437;p17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/>
              <a:t>주의사항 및 시험 평가 방법</a:t>
            </a:r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4997" lvl="0" indent="-1349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바퀴가 잘 돌지 않을 때 확인할 것</a:t>
            </a:r>
            <a:endParaRPr/>
          </a:p>
          <a:p>
            <a:pPr marL="477896" lvl="1" indent="-34290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ko-KR"/>
              <a:t>전지 연결 회로가 직렬로 연결되었는지 확인</a:t>
            </a:r>
            <a:endParaRPr/>
          </a:p>
          <a:p>
            <a:pPr marL="477896" lvl="1" indent="-34290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ko-KR"/>
              <a:t>아두이노에 9V 전원이 연결되어 있거나, 컴퓨터와 USB로 연결되어 있는지 확인</a:t>
            </a:r>
            <a:endParaRPr/>
          </a:p>
          <a:p>
            <a:pPr marL="477896" lvl="1" indent="-34290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ko-KR"/>
              <a:t>전지 교체</a:t>
            </a:r>
            <a:endParaRPr/>
          </a:p>
          <a:p>
            <a:pPr marL="477896" lvl="1" indent="-34290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ko-KR"/>
              <a:t>모터 드라이버 회로 재점검</a:t>
            </a:r>
            <a:endParaRPr/>
          </a:p>
          <a:p>
            <a:pPr marL="477896" lvl="1" indent="-34290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ko-KR"/>
              <a:t>고장 부품 교체 (</a:t>
            </a:r>
            <a:r>
              <a:rPr lang="ko-KR" b="1"/>
              <a:t>쇼트 주의!</a:t>
            </a:r>
            <a:r>
              <a:rPr lang="ko-KR"/>
              <a:t>)</a:t>
            </a:r>
            <a:endParaRPr/>
          </a:p>
          <a:p>
            <a:pPr marL="477896" lvl="1" indent="-24765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</p:txBody>
      </p:sp>
      <p:sp>
        <p:nvSpPr>
          <p:cNvPr id="446" name="Google Shape;446;p18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447" name="Google Shape;447;p18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448" name="Google Shape;448;p18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/>
              <a:t>Tips</a:t>
            </a:r>
            <a:endParaRPr/>
          </a:p>
        </p:txBody>
      </p:sp>
      <p:grpSp>
        <p:nvGrpSpPr>
          <p:cNvPr id="449" name="Google Shape;449;p18"/>
          <p:cNvGrpSpPr/>
          <p:nvPr/>
        </p:nvGrpSpPr>
        <p:grpSpPr>
          <a:xfrm>
            <a:off x="2079412" y="2317395"/>
            <a:ext cx="4985176" cy="2380421"/>
            <a:chOff x="4088465" y="2422378"/>
            <a:chExt cx="5055535" cy="2414017"/>
          </a:xfrm>
        </p:grpSpPr>
        <p:grpSp>
          <p:nvGrpSpPr>
            <p:cNvPr id="450" name="Google Shape;450;p18"/>
            <p:cNvGrpSpPr/>
            <p:nvPr/>
          </p:nvGrpSpPr>
          <p:grpSpPr>
            <a:xfrm>
              <a:off x="4088465" y="2422378"/>
              <a:ext cx="2422173" cy="2414017"/>
              <a:chOff x="1248152" y="2337489"/>
              <a:chExt cx="2603601" cy="2594834"/>
            </a:xfrm>
          </p:grpSpPr>
          <p:grpSp>
            <p:nvGrpSpPr>
              <p:cNvPr id="451" name="Google Shape;451;p18"/>
              <p:cNvGrpSpPr/>
              <p:nvPr/>
            </p:nvGrpSpPr>
            <p:grpSpPr>
              <a:xfrm>
                <a:off x="1248152" y="3359939"/>
                <a:ext cx="1225718" cy="1147549"/>
                <a:chOff x="2360445" y="2187575"/>
                <a:chExt cx="1782930" cy="1147549"/>
              </a:xfrm>
            </p:grpSpPr>
            <p:sp>
              <p:nvSpPr>
                <p:cNvPr id="452" name="Google Shape;452;p18"/>
                <p:cNvSpPr/>
                <p:nvPr/>
              </p:nvSpPr>
              <p:spPr>
                <a:xfrm>
                  <a:off x="2360445" y="2187575"/>
                  <a:ext cx="1782930" cy="1147549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3" name="Google Shape;453;p18"/>
                <p:cNvGrpSpPr/>
                <p:nvPr/>
              </p:nvGrpSpPr>
              <p:grpSpPr>
                <a:xfrm>
                  <a:off x="2446360" y="2253300"/>
                  <a:ext cx="334371" cy="1013582"/>
                  <a:chOff x="2388358" y="2289175"/>
                  <a:chExt cx="334371" cy="1013582"/>
                </a:xfrm>
              </p:grpSpPr>
              <p:sp>
                <p:nvSpPr>
                  <p:cNvPr id="454" name="Google Shape;454;p18"/>
                  <p:cNvSpPr/>
                  <p:nvPr/>
                </p:nvSpPr>
                <p:spPr>
                  <a:xfrm>
                    <a:off x="2388358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" name="Google Shape;455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6" name="Google Shape;456;p18"/>
                <p:cNvGrpSpPr/>
                <p:nvPr/>
              </p:nvGrpSpPr>
              <p:grpSpPr>
                <a:xfrm rot="10800000">
                  <a:off x="2867462" y="2253300"/>
                  <a:ext cx="334371" cy="1013582"/>
                  <a:chOff x="2388357" y="2289175"/>
                  <a:chExt cx="334371" cy="1013582"/>
                </a:xfrm>
              </p:grpSpPr>
              <p:sp>
                <p:nvSpPr>
                  <p:cNvPr id="457" name="Google Shape;457;p18"/>
                  <p:cNvSpPr/>
                  <p:nvPr/>
                </p:nvSpPr>
                <p:spPr>
                  <a:xfrm>
                    <a:off x="2388357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8" name="Google Shape;458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9" name="Google Shape;459;p18"/>
                <p:cNvGrpSpPr/>
                <p:nvPr/>
              </p:nvGrpSpPr>
              <p:grpSpPr>
                <a:xfrm>
                  <a:off x="3287890" y="2253300"/>
                  <a:ext cx="334371" cy="1013582"/>
                  <a:chOff x="2388358" y="2289175"/>
                  <a:chExt cx="334371" cy="1013582"/>
                </a:xfrm>
              </p:grpSpPr>
              <p:sp>
                <p:nvSpPr>
                  <p:cNvPr id="460" name="Google Shape;460;p18"/>
                  <p:cNvSpPr/>
                  <p:nvPr/>
                </p:nvSpPr>
                <p:spPr>
                  <a:xfrm>
                    <a:off x="2388358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1" name="Google Shape;461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2" name="Google Shape;462;p18"/>
                <p:cNvGrpSpPr/>
                <p:nvPr/>
              </p:nvGrpSpPr>
              <p:grpSpPr>
                <a:xfrm rot="10800000">
                  <a:off x="3708991" y="2253300"/>
                  <a:ext cx="334371" cy="1013582"/>
                  <a:chOff x="2388358" y="2289175"/>
                  <a:chExt cx="334371" cy="1013582"/>
                </a:xfrm>
              </p:grpSpPr>
              <p:sp>
                <p:nvSpPr>
                  <p:cNvPr id="463" name="Google Shape;463;p18"/>
                  <p:cNvSpPr/>
                  <p:nvPr/>
                </p:nvSpPr>
                <p:spPr>
                  <a:xfrm>
                    <a:off x="2388358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" name="Google Shape;464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65" name="Google Shape;465;p18"/>
              <p:cNvGrpSpPr/>
              <p:nvPr/>
            </p:nvGrpSpPr>
            <p:grpSpPr>
              <a:xfrm>
                <a:off x="1936039" y="2337489"/>
                <a:ext cx="1302855" cy="655407"/>
                <a:chOff x="720535" y="2376537"/>
                <a:chExt cx="1302855" cy="655407"/>
              </a:xfrm>
            </p:grpSpPr>
            <p:sp>
              <p:nvSpPr>
                <p:cNvPr id="466" name="Google Shape;466;p18"/>
                <p:cNvSpPr/>
                <p:nvPr/>
              </p:nvSpPr>
              <p:spPr>
                <a:xfrm>
                  <a:off x="748631" y="2376537"/>
                  <a:ext cx="1225719" cy="655407"/>
                </a:xfrm>
                <a:prstGeom prst="rect">
                  <a:avLst/>
                </a:prstGeom>
                <a:solidFill>
                  <a:srgbClr val="C00000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 b="1">
                      <a:solidFill>
                        <a:srgbClr val="F2F2F2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Motor Driver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rgbClr val="F2F2F2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8"/>
                <p:cNvSpPr/>
                <p:nvPr/>
              </p:nvSpPr>
              <p:spPr>
                <a:xfrm>
                  <a:off x="720535" y="2789160"/>
                  <a:ext cx="781366" cy="2427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F2F2F2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12V</a:t>
                  </a:r>
                  <a:endParaRPr sz="1200">
                    <a:solidFill>
                      <a:srgbClr val="F2F2F2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8"/>
                <p:cNvSpPr/>
                <p:nvPr/>
              </p:nvSpPr>
              <p:spPr>
                <a:xfrm>
                  <a:off x="1277670" y="2789161"/>
                  <a:ext cx="745720" cy="2427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F2F2F2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GND</a:t>
                  </a:r>
                  <a:endParaRPr sz="1200">
                    <a:solidFill>
                      <a:srgbClr val="F2F2F2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9" name="Google Shape;469;p18"/>
              <p:cNvGrpSpPr/>
              <p:nvPr/>
            </p:nvGrpSpPr>
            <p:grpSpPr>
              <a:xfrm>
                <a:off x="2626035" y="3359939"/>
                <a:ext cx="1225718" cy="1147549"/>
                <a:chOff x="2360445" y="2187575"/>
                <a:chExt cx="1782930" cy="1147549"/>
              </a:xfrm>
            </p:grpSpPr>
            <p:sp>
              <p:nvSpPr>
                <p:cNvPr id="470" name="Google Shape;470;p18"/>
                <p:cNvSpPr/>
                <p:nvPr/>
              </p:nvSpPr>
              <p:spPr>
                <a:xfrm>
                  <a:off x="2360445" y="2187575"/>
                  <a:ext cx="1782930" cy="1147549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1" name="Google Shape;471;p18"/>
                <p:cNvGrpSpPr/>
                <p:nvPr/>
              </p:nvGrpSpPr>
              <p:grpSpPr>
                <a:xfrm>
                  <a:off x="2446360" y="2253300"/>
                  <a:ext cx="334371" cy="1013582"/>
                  <a:chOff x="2388358" y="2289175"/>
                  <a:chExt cx="334371" cy="1013582"/>
                </a:xfrm>
              </p:grpSpPr>
              <p:sp>
                <p:nvSpPr>
                  <p:cNvPr id="472" name="Google Shape;472;p18"/>
                  <p:cNvSpPr/>
                  <p:nvPr/>
                </p:nvSpPr>
                <p:spPr>
                  <a:xfrm>
                    <a:off x="2388358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3" name="Google Shape;473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4" name="Google Shape;474;p18"/>
                <p:cNvGrpSpPr/>
                <p:nvPr/>
              </p:nvGrpSpPr>
              <p:grpSpPr>
                <a:xfrm rot="10800000">
                  <a:off x="2867462" y="2253300"/>
                  <a:ext cx="334371" cy="1013582"/>
                  <a:chOff x="2388357" y="2289175"/>
                  <a:chExt cx="334371" cy="1013582"/>
                </a:xfrm>
              </p:grpSpPr>
              <p:sp>
                <p:nvSpPr>
                  <p:cNvPr id="475" name="Google Shape;475;p18"/>
                  <p:cNvSpPr/>
                  <p:nvPr/>
                </p:nvSpPr>
                <p:spPr>
                  <a:xfrm>
                    <a:off x="2388357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6" name="Google Shape;476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7" name="Google Shape;477;p18"/>
                <p:cNvGrpSpPr/>
                <p:nvPr/>
              </p:nvGrpSpPr>
              <p:grpSpPr>
                <a:xfrm>
                  <a:off x="3287890" y="2253300"/>
                  <a:ext cx="334371" cy="1013582"/>
                  <a:chOff x="2388358" y="2289175"/>
                  <a:chExt cx="334371" cy="1013582"/>
                </a:xfrm>
              </p:grpSpPr>
              <p:sp>
                <p:nvSpPr>
                  <p:cNvPr id="478" name="Google Shape;478;p18"/>
                  <p:cNvSpPr/>
                  <p:nvPr/>
                </p:nvSpPr>
                <p:spPr>
                  <a:xfrm>
                    <a:off x="2388358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" name="Google Shape;479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0" name="Google Shape;480;p18"/>
                <p:cNvGrpSpPr/>
                <p:nvPr/>
              </p:nvGrpSpPr>
              <p:grpSpPr>
                <a:xfrm rot="10800000">
                  <a:off x="3708991" y="2253300"/>
                  <a:ext cx="334371" cy="1013582"/>
                  <a:chOff x="2388358" y="2289175"/>
                  <a:chExt cx="334371" cy="1013582"/>
                </a:xfrm>
              </p:grpSpPr>
              <p:sp>
                <p:nvSpPr>
                  <p:cNvPr id="481" name="Google Shape;481;p18"/>
                  <p:cNvSpPr/>
                  <p:nvPr/>
                </p:nvSpPr>
                <p:spPr>
                  <a:xfrm>
                    <a:off x="2388358" y="2387600"/>
                    <a:ext cx="334371" cy="915157"/>
                  </a:xfrm>
                  <a:prstGeom prst="rect">
                    <a:avLst/>
                  </a:prstGeom>
                  <a:solidFill>
                    <a:srgbClr val="BFBFBF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" name="Google Shape;482;p18"/>
                  <p:cNvSpPr/>
                  <p:nvPr/>
                </p:nvSpPr>
                <p:spPr>
                  <a:xfrm>
                    <a:off x="2502385" y="2289175"/>
                    <a:ext cx="106316" cy="98425"/>
                  </a:xfrm>
                  <a:prstGeom prst="rect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483" name="Google Shape;483;p18"/>
              <p:cNvCxnSpPr>
                <a:stCxn id="455" idx="0"/>
                <a:endCxn id="467" idx="2"/>
              </p:cNvCxnSpPr>
              <p:nvPr/>
            </p:nvCxnSpPr>
            <p:spPr>
              <a:xfrm rot="-5400000">
                <a:off x="1657952" y="2756964"/>
                <a:ext cx="432900" cy="904500"/>
              </a:xfrm>
              <a:prstGeom prst="bentConnector3">
                <a:avLst>
                  <a:gd name="adj1" fmla="val 55996"/>
                </a:avLst>
              </a:prstGeom>
              <a:noFill/>
              <a:ln w="381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4" name="Google Shape;484;p18"/>
              <p:cNvCxnSpPr>
                <a:stCxn id="463" idx="2"/>
                <a:endCxn id="468" idx="2"/>
              </p:cNvCxnSpPr>
              <p:nvPr/>
            </p:nvCxnSpPr>
            <p:spPr>
              <a:xfrm rot="-5400000">
                <a:off x="2361728" y="2921214"/>
                <a:ext cx="432900" cy="576000"/>
              </a:xfrm>
              <a:prstGeom prst="bentConnector3">
                <a:avLst>
                  <a:gd name="adj1" fmla="val 35656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5" name="Google Shape;485;p18"/>
              <p:cNvCxnSpPr>
                <a:stCxn id="481" idx="2"/>
                <a:endCxn id="468" idx="2"/>
              </p:cNvCxnSpPr>
              <p:nvPr/>
            </p:nvCxnSpPr>
            <p:spPr>
              <a:xfrm rot="5400000" flipH="1">
                <a:off x="3050661" y="2808264"/>
                <a:ext cx="432900" cy="801900"/>
              </a:xfrm>
              <a:prstGeom prst="bentConnector3">
                <a:avLst>
                  <a:gd name="adj1" fmla="val 36090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6" name="Google Shape;486;p18"/>
              <p:cNvCxnSpPr>
                <a:stCxn id="473" idx="0"/>
                <a:endCxn id="467" idx="2"/>
              </p:cNvCxnSpPr>
              <p:nvPr/>
            </p:nvCxnSpPr>
            <p:spPr>
              <a:xfrm rot="5400000" flipH="1">
                <a:off x="2346885" y="2972514"/>
                <a:ext cx="432900" cy="473400"/>
              </a:xfrm>
              <a:prstGeom prst="bentConnector3">
                <a:avLst>
                  <a:gd name="adj1" fmla="val 55996"/>
                </a:avLst>
              </a:prstGeom>
              <a:noFill/>
              <a:ln w="381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7" name="Google Shape;487;p18"/>
              <p:cNvSpPr/>
              <p:nvPr/>
            </p:nvSpPr>
            <p:spPr>
              <a:xfrm>
                <a:off x="1472918" y="4566057"/>
                <a:ext cx="2180919" cy="366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6V 병렬연결 </a:t>
                </a:r>
                <a:endPara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(바퀴 잘 안 돌거나 느림)</a:t>
                </a:r>
                <a:endPara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" name="Google Shape;488;p18"/>
            <p:cNvGrpSpPr/>
            <p:nvPr/>
          </p:nvGrpSpPr>
          <p:grpSpPr>
            <a:xfrm>
              <a:off x="6721827" y="2436607"/>
              <a:ext cx="2422173" cy="2375040"/>
              <a:chOff x="4881753" y="2193559"/>
              <a:chExt cx="2603601" cy="2552938"/>
            </a:xfrm>
          </p:grpSpPr>
          <p:grpSp>
            <p:nvGrpSpPr>
              <p:cNvPr id="489" name="Google Shape;489;p18"/>
              <p:cNvGrpSpPr/>
              <p:nvPr/>
            </p:nvGrpSpPr>
            <p:grpSpPr>
              <a:xfrm>
                <a:off x="4881753" y="2193559"/>
                <a:ext cx="2603601" cy="2169999"/>
                <a:chOff x="2360445" y="1549300"/>
                <a:chExt cx="2603601" cy="2169999"/>
              </a:xfrm>
            </p:grpSpPr>
            <p:grpSp>
              <p:nvGrpSpPr>
                <p:cNvPr id="490" name="Google Shape;490;p18"/>
                <p:cNvGrpSpPr/>
                <p:nvPr/>
              </p:nvGrpSpPr>
              <p:grpSpPr>
                <a:xfrm>
                  <a:off x="2360445" y="2571750"/>
                  <a:ext cx="1225718" cy="1147549"/>
                  <a:chOff x="2360445" y="2187575"/>
                  <a:chExt cx="1782930" cy="1147549"/>
                </a:xfrm>
              </p:grpSpPr>
              <p:sp>
                <p:nvSpPr>
                  <p:cNvPr id="491" name="Google Shape;491;p18"/>
                  <p:cNvSpPr/>
                  <p:nvPr/>
                </p:nvSpPr>
                <p:spPr>
                  <a:xfrm>
                    <a:off x="2360445" y="2187575"/>
                    <a:ext cx="1782930" cy="1147549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2" name="Google Shape;492;p18"/>
                  <p:cNvGrpSpPr/>
                  <p:nvPr/>
                </p:nvGrpSpPr>
                <p:grpSpPr>
                  <a:xfrm>
                    <a:off x="2446360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493" name="Google Shape;493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4" name="Google Shape;494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95" name="Google Shape;495;p18"/>
                  <p:cNvGrpSpPr/>
                  <p:nvPr/>
                </p:nvGrpSpPr>
                <p:grpSpPr>
                  <a:xfrm rot="10800000">
                    <a:off x="2867462" y="2253300"/>
                    <a:ext cx="334371" cy="1013582"/>
                    <a:chOff x="2388357" y="2289175"/>
                    <a:chExt cx="334371" cy="1013582"/>
                  </a:xfrm>
                </p:grpSpPr>
                <p:sp>
                  <p:nvSpPr>
                    <p:cNvPr id="496" name="Google Shape;496;p18"/>
                    <p:cNvSpPr/>
                    <p:nvPr/>
                  </p:nvSpPr>
                  <p:spPr>
                    <a:xfrm>
                      <a:off x="2388357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7" name="Google Shape;497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98" name="Google Shape;498;p18"/>
                  <p:cNvGrpSpPr/>
                  <p:nvPr/>
                </p:nvGrpSpPr>
                <p:grpSpPr>
                  <a:xfrm>
                    <a:off x="3287890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499" name="Google Shape;499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0" name="Google Shape;500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1" name="Google Shape;501;p18"/>
                  <p:cNvGrpSpPr/>
                  <p:nvPr/>
                </p:nvGrpSpPr>
                <p:grpSpPr>
                  <a:xfrm rot="10800000">
                    <a:off x="3708991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502" name="Google Shape;502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3" name="Google Shape;503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04" name="Google Shape;504;p18"/>
                <p:cNvGrpSpPr/>
                <p:nvPr/>
              </p:nvGrpSpPr>
              <p:grpSpPr>
                <a:xfrm>
                  <a:off x="3048332" y="1549300"/>
                  <a:ext cx="1302855" cy="655407"/>
                  <a:chOff x="720535" y="2376537"/>
                  <a:chExt cx="1302855" cy="655407"/>
                </a:xfrm>
              </p:grpSpPr>
              <p:sp>
                <p:nvSpPr>
                  <p:cNvPr id="505" name="Google Shape;505;p18"/>
                  <p:cNvSpPr/>
                  <p:nvPr/>
                </p:nvSpPr>
                <p:spPr>
                  <a:xfrm>
                    <a:off x="748631" y="2376537"/>
                    <a:ext cx="1225719" cy="655407"/>
                  </a:xfrm>
                  <a:prstGeom prst="rect">
                    <a:avLst/>
                  </a:prstGeom>
                  <a:solidFill>
                    <a:srgbClr val="C00000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200" b="1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Motor Driver</a:t>
                    </a:r>
                    <a:endParaRPr/>
                  </a:p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 b="1">
                      <a:solidFill>
                        <a:srgbClr val="F2F2F2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6" name="Google Shape;506;p18"/>
                  <p:cNvSpPr/>
                  <p:nvPr/>
                </p:nvSpPr>
                <p:spPr>
                  <a:xfrm>
                    <a:off x="720535" y="2789161"/>
                    <a:ext cx="781366" cy="2427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12V</a:t>
                    </a:r>
                    <a:endParaRPr sz="1200">
                      <a:solidFill>
                        <a:srgbClr val="F2F2F2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" name="Google Shape;507;p18"/>
                  <p:cNvSpPr/>
                  <p:nvPr/>
                </p:nvSpPr>
                <p:spPr>
                  <a:xfrm>
                    <a:off x="1277670" y="2789161"/>
                    <a:ext cx="745720" cy="2427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200">
                        <a:solidFill>
                          <a:srgbClr val="F2F2F2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GND</a:t>
                    </a:r>
                    <a:endParaRPr sz="1200">
                      <a:solidFill>
                        <a:srgbClr val="F2F2F2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8" name="Google Shape;508;p18"/>
                <p:cNvGrpSpPr/>
                <p:nvPr/>
              </p:nvGrpSpPr>
              <p:grpSpPr>
                <a:xfrm>
                  <a:off x="3738328" y="2571750"/>
                  <a:ext cx="1225718" cy="1147549"/>
                  <a:chOff x="2360445" y="2187575"/>
                  <a:chExt cx="1782930" cy="1147549"/>
                </a:xfrm>
              </p:grpSpPr>
              <p:sp>
                <p:nvSpPr>
                  <p:cNvPr id="509" name="Google Shape;509;p18"/>
                  <p:cNvSpPr/>
                  <p:nvPr/>
                </p:nvSpPr>
                <p:spPr>
                  <a:xfrm>
                    <a:off x="2360445" y="2187575"/>
                    <a:ext cx="1782930" cy="1147549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10" name="Google Shape;510;p18"/>
                  <p:cNvGrpSpPr/>
                  <p:nvPr/>
                </p:nvGrpSpPr>
                <p:grpSpPr>
                  <a:xfrm>
                    <a:off x="2446360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511" name="Google Shape;511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2" name="Google Shape;512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13" name="Google Shape;513;p18"/>
                  <p:cNvGrpSpPr/>
                  <p:nvPr/>
                </p:nvGrpSpPr>
                <p:grpSpPr>
                  <a:xfrm rot="10800000">
                    <a:off x="2867461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514" name="Google Shape;514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5" name="Google Shape;515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16" name="Google Shape;516;p18"/>
                  <p:cNvGrpSpPr/>
                  <p:nvPr/>
                </p:nvGrpSpPr>
                <p:grpSpPr>
                  <a:xfrm>
                    <a:off x="3287890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517" name="Google Shape;517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8" name="Google Shape;518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19" name="Google Shape;519;p18"/>
                  <p:cNvGrpSpPr/>
                  <p:nvPr/>
                </p:nvGrpSpPr>
                <p:grpSpPr>
                  <a:xfrm rot="10800000">
                    <a:off x="3708991" y="2253300"/>
                    <a:ext cx="334371" cy="1013582"/>
                    <a:chOff x="2388358" y="2289175"/>
                    <a:chExt cx="334371" cy="1013582"/>
                  </a:xfrm>
                </p:grpSpPr>
                <p:sp>
                  <p:nvSpPr>
                    <p:cNvPr id="520" name="Google Shape;520;p18"/>
                    <p:cNvSpPr/>
                    <p:nvPr/>
                  </p:nvSpPr>
                  <p:spPr>
                    <a:xfrm>
                      <a:off x="2388358" y="2387600"/>
                      <a:ext cx="334371" cy="915157"/>
                    </a:xfrm>
                    <a:prstGeom prst="rect">
                      <a:avLst/>
                    </a:prstGeom>
                    <a:solidFill>
                      <a:srgbClr val="BFBFBF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1" name="Google Shape;521;p18"/>
                    <p:cNvSpPr/>
                    <p:nvPr/>
                  </p:nvSpPr>
                  <p:spPr>
                    <a:xfrm>
                      <a:off x="2502385" y="2289175"/>
                      <a:ext cx="106316" cy="98425"/>
                    </a:xfrm>
                    <a:prstGeom prst="rect">
                      <a:avLst/>
                    </a:prstGeom>
                    <a:solidFill>
                      <a:srgbClr val="7F7F7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522" name="Google Shape;522;p18"/>
                <p:cNvCxnSpPr>
                  <a:stCxn id="494" idx="0"/>
                  <a:endCxn id="506" idx="2"/>
                </p:cNvCxnSpPr>
                <p:nvPr/>
              </p:nvCxnSpPr>
              <p:spPr>
                <a:xfrm rot="-5400000">
                  <a:off x="2770245" y="1968775"/>
                  <a:ext cx="432900" cy="904500"/>
                </a:xfrm>
                <a:prstGeom prst="bentConnector3">
                  <a:avLst>
                    <a:gd name="adj1" fmla="val 198869"/>
                  </a:avLst>
                </a:prstGeom>
                <a:noFill/>
                <a:ln w="38100" cap="flat" cmpd="sng">
                  <a:solidFill>
                    <a:srgbClr val="FF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3" name="Google Shape;523;p18"/>
                <p:cNvCxnSpPr>
                  <a:stCxn id="520" idx="2"/>
                  <a:endCxn id="507" idx="2"/>
                </p:cNvCxnSpPr>
                <p:nvPr/>
              </p:nvCxnSpPr>
              <p:spPr>
                <a:xfrm rot="5400000" flipH="1">
                  <a:off x="4162954" y="2020075"/>
                  <a:ext cx="432900" cy="801900"/>
                </a:xfrm>
                <a:prstGeom prst="bentConnector3">
                  <a:avLst>
                    <a:gd name="adj1" fmla="val 198869"/>
                  </a:avLst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4" name="Google Shape;524;p18"/>
                <p:cNvCxnSpPr>
                  <a:stCxn id="512" idx="0"/>
                  <a:endCxn id="502" idx="2"/>
                </p:cNvCxnSpPr>
                <p:nvPr/>
              </p:nvCxnSpPr>
              <p:spPr>
                <a:xfrm rot="5400000">
                  <a:off x="3657028" y="2382775"/>
                  <a:ext cx="600" cy="510000"/>
                </a:xfrm>
                <a:prstGeom prst="bentConnector3">
                  <a:avLst>
                    <a:gd name="adj1" fmla="val 6010394"/>
                  </a:avLst>
                </a:prstGeom>
                <a:noFill/>
                <a:ln w="381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525" name="Google Shape;525;p18"/>
              <p:cNvSpPr/>
              <p:nvPr/>
            </p:nvSpPr>
            <p:spPr>
              <a:xfrm>
                <a:off x="5417939" y="4380231"/>
                <a:ext cx="1585311" cy="366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12V 직렬연결</a:t>
                </a:r>
                <a:endParaRPr/>
              </a:p>
            </p:txBody>
          </p:sp>
        </p:grpSp>
      </p:grpSp>
      <p:sp>
        <p:nvSpPr>
          <p:cNvPr id="526" name="Google Shape;526;p18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"/>
          <p:cNvSpPr txBox="1">
            <a:spLocks noGrp="1"/>
          </p:cNvSpPr>
          <p:nvPr>
            <p:ph type="body" idx="1"/>
          </p:nvPr>
        </p:nvSpPr>
        <p:spPr>
          <a:xfrm>
            <a:off x="501874" y="760810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4997" lvl="0" indent="-1349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/>
              <a:t>회로 </a:t>
            </a:r>
            <a:r>
              <a:rPr lang="ko-KR" dirty="0" err="1"/>
              <a:t>제작시</a:t>
            </a:r>
            <a:r>
              <a:rPr lang="ko-KR" dirty="0"/>
              <a:t> </a:t>
            </a:r>
            <a:r>
              <a:rPr lang="ko-KR" dirty="0" err="1"/>
              <a:t>pin</a:t>
            </a:r>
            <a:r>
              <a:rPr lang="ko-KR" dirty="0"/>
              <a:t> </a:t>
            </a:r>
            <a:r>
              <a:rPr lang="ko-KR" dirty="0" err="1"/>
              <a:t>위치때문에</a:t>
            </a:r>
            <a:r>
              <a:rPr lang="ko-KR" dirty="0"/>
              <a:t> 연결이 어려울 경우 </a:t>
            </a:r>
            <a:r>
              <a:rPr lang="ko-KR" dirty="0" err="1"/>
              <a:t>Analog</a:t>
            </a:r>
            <a:r>
              <a:rPr lang="ko-KR" dirty="0"/>
              <a:t> ↔ Digital </a:t>
            </a:r>
            <a:r>
              <a:rPr lang="ko-KR" dirty="0" err="1"/>
              <a:t>pin</a:t>
            </a:r>
            <a:endParaRPr dirty="0"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/>
              <a:t>PWM 지원 </a:t>
            </a:r>
            <a:r>
              <a:rPr lang="ko-KR" dirty="0" err="1"/>
              <a:t>pin</a:t>
            </a:r>
            <a:r>
              <a:rPr lang="ko-KR" dirty="0"/>
              <a:t>(~표시)을 사용해서 </a:t>
            </a:r>
            <a:r>
              <a:rPr lang="ko-KR" dirty="0" err="1"/>
              <a:t>digital</a:t>
            </a:r>
            <a:r>
              <a:rPr lang="ko-KR" dirty="0"/>
              <a:t> </a:t>
            </a:r>
            <a:r>
              <a:rPr lang="ko-KR" dirty="0" err="1"/>
              <a:t>pin</a:t>
            </a:r>
            <a:r>
              <a:rPr lang="ko-KR" dirty="0"/>
              <a:t> 을 </a:t>
            </a:r>
            <a:r>
              <a:rPr lang="ko-KR" dirty="0" err="1"/>
              <a:t>analog</a:t>
            </a:r>
            <a:r>
              <a:rPr lang="ko-KR" dirty="0"/>
              <a:t> </a:t>
            </a:r>
            <a:r>
              <a:rPr lang="ko-KR" dirty="0" err="1"/>
              <a:t>pin</a:t>
            </a:r>
            <a:r>
              <a:rPr lang="ko-KR" dirty="0"/>
              <a:t> </a:t>
            </a:r>
            <a:r>
              <a:rPr lang="ko-KR" dirty="0" err="1"/>
              <a:t>처럼</a:t>
            </a:r>
            <a:r>
              <a:rPr lang="ko-KR" dirty="0"/>
              <a:t> 사용 가능</a:t>
            </a:r>
            <a:endParaRPr dirty="0"/>
          </a:p>
          <a:p>
            <a:pPr marL="269993" lvl="1" indent="-39746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269993" lvl="1" indent="-39746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269993" lvl="1" indent="-39746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269993" lvl="1" indent="-39746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7" lvl="0" indent="-13499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/>
              <a:t>채점 기준을 전략적으로 활용</a:t>
            </a:r>
            <a:endParaRPr dirty="0"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 dirty="0" err="1"/>
              <a:t>Ex</a:t>
            </a:r>
            <a:r>
              <a:rPr lang="ko-KR" dirty="0"/>
              <a:t>) 건물 전체를 탐지하는 것을 포기하는 대신 비교적 간단한 알고리즘 설계</a:t>
            </a:r>
            <a:endParaRPr dirty="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dirty="0"/>
          </a:p>
        </p:txBody>
      </p:sp>
      <p:sp>
        <p:nvSpPr>
          <p:cNvPr id="532" name="Google Shape;532;p19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533" name="Google Shape;533;p19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534" name="Google Shape;534;p19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/>
              <a:t>Tips</a:t>
            </a:r>
            <a:endParaRPr/>
          </a:p>
        </p:txBody>
      </p:sp>
      <p:sp>
        <p:nvSpPr>
          <p:cNvPr id="535" name="Google Shape;535;p19"/>
          <p:cNvSpPr/>
          <p:nvPr/>
        </p:nvSpPr>
        <p:spPr>
          <a:xfrm>
            <a:off x="4766783" y="2197773"/>
            <a:ext cx="1658069" cy="210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PWM 지원 pin (~표시)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19" descr="ELECTRONIC FOR EVERY ONE: 1.2. Different Parts of Arduino Uno Boar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4728" y="1588552"/>
            <a:ext cx="2217271" cy="13627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7" name="Google Shape;537;p19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Q. 제공된 부품 이외의 부품을 개인적으로 구해서 사용해도 되나요?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  A. 제공된 기본 RC카 세트 구성품만 사용 가능합니다. 수량도 과사에서 개인에게 제공된 수량만큼만 사용하실 수 있습니다. (라인 트레이서 3개, 건전지 홀더(4개입) 2개, 초음파 센서 최대 2개, 블루투스 1개)</a:t>
            </a:r>
            <a:endParaRPr/>
          </a:p>
          <a:p>
            <a:pPr marL="269993" lvl="2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Q. 코드는 각각 구간에 대한 ino 파일을 만들어서 구간별로 업로드 후 주행하게 하나요?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C00000"/>
              </a:buClr>
              <a:buSzPts val="1300"/>
              <a:buNone/>
            </a:pPr>
            <a:r>
              <a:rPr lang="ko-KR" sz="1300" b="1">
                <a:solidFill>
                  <a:srgbClr val="C00000"/>
                </a:solidFill>
              </a:rPr>
              <a:t>  </a:t>
            </a:r>
            <a:r>
              <a:rPr lang="ko-KR" sz="1300"/>
              <a:t>A. 아닙니다. 코드 업로드는 코스 주행전 1회로 제한되며, 주행 시작 후에는 코드 수정 및 재업로드는 불가능합니다. 모든 구간을 한 번에 주행할 수 있도록 알고리즘을 작성, 업로드하셔야 합니다.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Q: 같은 구간을 여러 번 도전할 수 있나요?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  A: 네. 여러 번의 시도 중 가장 높은 점수를 해당 구간의 점수로 인정해 드립니다.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Q: 자동차의 위치는 어디를 기준으로 판단하나요?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ko-KR" sz="1300"/>
              <a:t>  A: Start 시의 자동차 배치와 구간을 넘어갔는지 판단은 가장 앞 쪽에 달려있는 라인트레이서의 위치를 기준으로 합니다.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134996" lvl="1" indent="0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404990" lvl="2" indent="-5244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</p:txBody>
      </p:sp>
      <p:sp>
        <p:nvSpPr>
          <p:cNvPr id="543" name="Google Shape;543;p20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544" name="Google Shape;544;p20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545" name="Google Shape;545;p20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sp>
        <p:nvSpPr>
          <p:cNvPr id="546" name="Google Shape;546;p20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/>
              <a:t>Q&amp;A 모아보기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Q: 코드에 대한 검사는 따로 하지 않는가?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  A: 카피 검사를 할 예정입니다. 코드는 </a:t>
            </a:r>
            <a:r>
              <a:rPr lang="ko-KR" sz="1200" dirty="0" err="1"/>
              <a:t>eTL을</a:t>
            </a:r>
            <a:r>
              <a:rPr lang="ko-KR" sz="1200" dirty="0"/>
              <a:t> 통해서 실험 당일 업로드 해주시면 됩니다. (*.</a:t>
            </a:r>
            <a:r>
              <a:rPr lang="ko-KR" sz="1200" dirty="0" err="1"/>
              <a:t>ino</a:t>
            </a:r>
            <a:r>
              <a:rPr lang="ko-KR" sz="1200" dirty="0"/>
              <a:t> 파일)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Q: 배터리, 센서 등의 부품을 학부에서 제공한 것과 다른 제품을 사용해도 되나요?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  A: 안됩니다. 학부에서 제공하는 부품이 아닌 다른 제품을 사용하지 마시기 바랍니다. 다른 제품을 사용할 	경우 </a:t>
            </a:r>
            <a:r>
              <a:rPr lang="ko-KR" sz="1200" b="1" dirty="0">
                <a:solidFill>
                  <a:srgbClr val="C00000"/>
                </a:solidFill>
              </a:rPr>
              <a:t>불이익</a:t>
            </a:r>
            <a:r>
              <a:rPr lang="ko-KR" sz="1200" dirty="0"/>
              <a:t>이 있을 수 있습니다. (개인적으로 구매한 AA, 1.5V 건전지는 사용 가능)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Q: 배터리, 센서 등의 부품을 </a:t>
            </a:r>
            <a:r>
              <a:rPr lang="ko-KR" sz="1200" dirty="0" err="1"/>
              <a:t>교체받으려면</a:t>
            </a:r>
            <a:r>
              <a:rPr lang="ko-KR" sz="1200" dirty="0"/>
              <a:t> 어떻게 하나요?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  A: TA 세션 때 오셔서 요청 바랍니다. 조교에게 부품 교환의 필요성을 설명해야 합니다.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Q: 테이프를 사용해도 되나요? 제공된 자동차에서 일정 부품을 제거하고 사용해도 되나요?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-KR" sz="1200" dirty="0"/>
              <a:t>  A: 가능합니다.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</p:txBody>
      </p:sp>
      <p:sp>
        <p:nvSpPr>
          <p:cNvPr id="552" name="Google Shape;552;p21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553" name="Google Shape;553;p21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554" name="Google Shape;554;p21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sp>
        <p:nvSpPr>
          <p:cNvPr id="555" name="Google Shape;555;p21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/>
              <a:t>Q&amp;A 모아보기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2"/>
          <p:cNvSpPr txBox="1">
            <a:spLocks noGrp="1"/>
          </p:cNvSpPr>
          <p:nvPr>
            <p:ph type="body" idx="1"/>
          </p:nvPr>
        </p:nvSpPr>
        <p:spPr>
          <a:xfrm>
            <a:off x="501875" y="760812"/>
            <a:ext cx="8013479" cy="39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4997" lvl="0" indent="-1349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월/수 16:00에 TA 세션 진행 (301동 308호)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고장 부품 및 건전지 교체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프로젝트 관련 질문 (구현 관련 질문 X, 코드 관련 질문 일절 X)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자유롭게 실험 / 귀가 가능 (출석 체크 x)</a:t>
            </a:r>
            <a:endParaRPr/>
          </a:p>
          <a:p>
            <a:pPr marL="134997" lvl="0" indent="-3974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134997" lvl="0" indent="-134997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정리 관련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실험 이후 정돈 필수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자리 정돈이 안되어 있으면 감점 사유가 됨</a:t>
            </a:r>
            <a:endParaRPr/>
          </a:p>
          <a:p>
            <a:pPr marL="269993" lvl="1" indent="-134997" algn="l" rtl="0">
              <a:lnSpc>
                <a:spcPct val="10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</a:pPr>
            <a:r>
              <a:rPr lang="ko-KR"/>
              <a:t>내일 와서 실험한다고 자리에 부품이랑 키트 놓고 가지 말 것!!</a:t>
            </a:r>
            <a:endParaRPr/>
          </a:p>
        </p:txBody>
      </p:sp>
      <p:sp>
        <p:nvSpPr>
          <p:cNvPr id="561" name="Google Shape;561;p22"/>
          <p:cNvSpPr txBox="1">
            <a:spLocks noGrp="1"/>
          </p:cNvSpPr>
          <p:nvPr>
            <p:ph type="body" idx="2"/>
          </p:nvPr>
        </p:nvSpPr>
        <p:spPr>
          <a:xfrm>
            <a:off x="211933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/>
          </a:p>
        </p:txBody>
      </p:sp>
      <p:sp>
        <p:nvSpPr>
          <p:cNvPr id="562" name="Google Shape;562;p22"/>
          <p:cNvSpPr txBox="1">
            <a:spLocks noGrp="1"/>
          </p:cNvSpPr>
          <p:nvPr>
            <p:ph type="body" idx="3"/>
          </p:nvPr>
        </p:nvSpPr>
        <p:spPr>
          <a:xfrm>
            <a:off x="4572001" y="6"/>
            <a:ext cx="352639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500"/>
              <a:buNone/>
            </a:pPr>
            <a:endParaRPr/>
          </a:p>
        </p:txBody>
      </p:sp>
      <p:sp>
        <p:nvSpPr>
          <p:cNvPr id="563" name="Google Shape;563;p22"/>
          <p:cNvSpPr txBox="1">
            <a:spLocks noGrp="1"/>
          </p:cNvSpPr>
          <p:nvPr>
            <p:ph type="sldNum" idx="12"/>
          </p:nvPr>
        </p:nvSpPr>
        <p:spPr>
          <a:xfrm>
            <a:off x="4061255" y="4830225"/>
            <a:ext cx="794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  <p:sp>
        <p:nvSpPr>
          <p:cNvPr id="564" name="Google Shape;564;p22"/>
          <p:cNvSpPr txBox="1">
            <a:spLocks noGrp="1"/>
          </p:cNvSpPr>
          <p:nvPr>
            <p:ph type="title"/>
          </p:nvPr>
        </p:nvSpPr>
        <p:spPr>
          <a:xfrm>
            <a:off x="501875" y="366272"/>
            <a:ext cx="8013479" cy="3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Malgun Gothic"/>
              <a:buNone/>
            </a:pPr>
            <a:r>
              <a:rPr lang="ko-KR" dirty="0"/>
              <a:t>이후 수업 안내 (11/1</a:t>
            </a:r>
            <a:r>
              <a:rPr lang="en-US" altLang="ko-KR" dirty="0"/>
              <a:t>7</a:t>
            </a:r>
            <a:r>
              <a:rPr lang="ko-KR" dirty="0"/>
              <a:t>~12/1</a:t>
            </a:r>
            <a:r>
              <a:rPr lang="en-US" altLang="ko-KR" dirty="0"/>
              <a:t>5</a:t>
            </a:r>
            <a:r>
              <a:rPr lang="ko-KR" dirty="0"/>
              <a:t>)</a:t>
            </a:r>
            <a:endParaRPr dirty="0"/>
          </a:p>
        </p:txBody>
      </p:sp>
      <p:pic>
        <p:nvPicPr>
          <p:cNvPr id="565" name="Google Shape;56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198" y="665018"/>
            <a:ext cx="2711034" cy="381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NU_ppt_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NU_ppt_theme" id="{E4FE80F9-A801-48A6-BC40-9AAEF4359D87}" vid="{49E9A519-8FF1-4256-9AA9-686CB2B9F3F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SNU_ppt_theme</Template>
  <TotalTime>9233</TotalTime>
  <Words>1472</Words>
  <Application>Microsoft Office PowerPoint</Application>
  <PresentationFormat>화면 슬라이드 쇼(16:9)</PresentationFormat>
  <Paragraphs>304</Paragraphs>
  <Slides>22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맑은 고딕</vt:lpstr>
      <vt:lpstr>맑은 고딕</vt:lpstr>
      <vt:lpstr>아리따B</vt:lpstr>
      <vt:lpstr>Arial</vt:lpstr>
      <vt:lpstr>Calibri</vt:lpstr>
      <vt:lpstr>Tahoma</vt:lpstr>
      <vt:lpstr>Wingdings</vt:lpstr>
      <vt:lpstr>SNU_ppt_theme</vt:lpstr>
      <vt:lpstr>2025년 창의공학설계  프로젝트</vt:lpstr>
      <vt:lpstr>Background</vt:lpstr>
      <vt:lpstr>Tic Tac Toe 게임</vt:lpstr>
      <vt:lpstr>Tic Tac Toe 게임</vt:lpstr>
      <vt:lpstr>구간 1-1: 왼손짚기(Left-First-Search, LFS)</vt:lpstr>
      <vt:lpstr>구간 1-1: 왼손짚기(Left-First-Search, LFS)</vt:lpstr>
      <vt:lpstr>구간 1-2: 조도 센서 사용</vt:lpstr>
      <vt:lpstr>구간 1</vt:lpstr>
      <vt:lpstr>구간 1</vt:lpstr>
      <vt:lpstr>구간 2</vt:lpstr>
      <vt:lpstr>구간 3: 게임판 탐색 및 정답 도출</vt:lpstr>
      <vt:lpstr>구간 3-1: 게임판 탐지</vt:lpstr>
      <vt:lpstr>구간 3-2: 블루투스 입력 및 정답 도출</vt:lpstr>
      <vt:lpstr>구간 3-2: 블루투스 입력 및 정답 도출</vt:lpstr>
      <vt:lpstr>구간 3</vt:lpstr>
      <vt:lpstr>주의사항 및 시험 평가 방법</vt:lpstr>
      <vt:lpstr>주의사항 및 시험 평가 방법</vt:lpstr>
      <vt:lpstr>Tips</vt:lpstr>
      <vt:lpstr>Tips</vt:lpstr>
      <vt:lpstr>Q&amp;A 모아보기</vt:lpstr>
      <vt:lpstr>Q&amp;A 모아보기</vt:lpstr>
      <vt:lpstr>이후 수업 안내 (11/17~12/15)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2021년 창의공학설계 프로젝트 오리엔테이션</dc:title>
  <dc:creator>TaehyunKim</dc:creator>
  <cp:lastModifiedBy>Shinyee Kang</cp:lastModifiedBy>
  <cp:revision>552</cp:revision>
  <dcterms:modified xsi:type="dcterms:W3CDTF">2025-11-19T06:05:50Z</dcterms:modified>
</cp:coreProperties>
</file>